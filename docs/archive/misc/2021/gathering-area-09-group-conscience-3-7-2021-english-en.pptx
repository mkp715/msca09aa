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9" r:id="rId2"/>
    <p:sldId id="280" r:id="rId3"/>
    <p:sldId id="931" r:id="rId4"/>
    <p:sldId id="281" r:id="rId5"/>
    <p:sldId id="282" r:id="rId6"/>
    <p:sldId id="924" r:id="rId7"/>
    <p:sldId id="925" r:id="rId8"/>
    <p:sldId id="926" r:id="rId9"/>
    <p:sldId id="283" r:id="rId10"/>
    <p:sldId id="923" r:id="rId11"/>
    <p:sldId id="927" r:id="rId12"/>
    <p:sldId id="286" r:id="rId13"/>
    <p:sldId id="933" r:id="rId14"/>
    <p:sldId id="932" r:id="rId15"/>
    <p:sldId id="930" r:id="rId16"/>
    <p:sldId id="935" r:id="rId17"/>
    <p:sldId id="936" r:id="rId18"/>
    <p:sldId id="288" r:id="rId19"/>
    <p:sldId id="323" r:id="rId20"/>
    <p:sldId id="928" r:id="rId21"/>
    <p:sldId id="289" r:id="rId22"/>
    <p:sldId id="929" r:id="rId23"/>
    <p:sldId id="291" r:id="rId24"/>
    <p:sldId id="939" r:id="rId25"/>
    <p:sldId id="940" r:id="rId26"/>
    <p:sldId id="941" r:id="rId27"/>
    <p:sldId id="942" r:id="rId28"/>
    <p:sldId id="921" r:id="rId29"/>
    <p:sldId id="290" r:id="rId30"/>
    <p:sldId id="937" r:id="rId31"/>
    <p:sldId id="922" r:id="rId32"/>
    <p:sldId id="914" r:id="rId33"/>
    <p:sldId id="93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0000FF"/>
    <a:srgbClr val="FFCCFF"/>
    <a:srgbClr val="00FFCC"/>
    <a:srgbClr val="FF99FF"/>
    <a:srgbClr val="0066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-8467" y="20638"/>
            <a:ext cx="12192000" cy="6858000"/>
            <a:chOff x="0" y="0"/>
            <a:chExt cx="5760" cy="4320"/>
          </a:xfrm>
        </p:grpSpPr>
        <p:sp>
          <p:nvSpPr>
            <p:cNvPr id="5" name="Freeform 29"/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6" name="Freeform 30"/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sp>
        <p:nvSpPr>
          <p:cNvPr id="7" name="Freeform 31"/>
          <p:cNvSpPr>
            <a:spLocks/>
          </p:cNvSpPr>
          <p:nvPr/>
        </p:nvSpPr>
        <p:spPr bwMode="hidden">
          <a:xfrm>
            <a:off x="8322733" y="6269038"/>
            <a:ext cx="3860800" cy="609600"/>
          </a:xfrm>
          <a:custGeom>
            <a:avLst/>
            <a:gdLst/>
            <a:ahLst/>
            <a:cxnLst>
              <a:cxn ang="0">
                <a:pos x="5748" y="246"/>
              </a:cxn>
              <a:cxn ang="0">
                <a:pos x="0" y="246"/>
              </a:cxn>
              <a:cxn ang="0">
                <a:pos x="0" y="0"/>
              </a:cxn>
              <a:cxn ang="0">
                <a:pos x="5748" y="0"/>
              </a:cxn>
              <a:cxn ang="0">
                <a:pos x="5748" y="246"/>
              </a:cxn>
              <a:cxn ang="0">
                <a:pos x="5748" y="246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800"/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-2117" y="6034088"/>
            <a:ext cx="10460568" cy="850900"/>
            <a:chOff x="0" y="3792"/>
            <a:chExt cx="4942" cy="536"/>
          </a:xfrm>
        </p:grpSpPr>
        <p:sp>
          <p:nvSpPr>
            <p:cNvPr id="9" name="Freeform 8"/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/>
              <a:ahLst/>
              <a:cxnLst>
                <a:cxn ang="0">
                  <a:pos x="3132" y="469"/>
                </a:cxn>
                <a:cxn ang="0">
                  <a:pos x="2995" y="395"/>
                </a:cxn>
                <a:cxn ang="0">
                  <a:pos x="2911" y="375"/>
                </a:cxn>
                <a:cxn ang="0">
                  <a:pos x="2678" y="228"/>
                </a:cxn>
                <a:cxn ang="0">
                  <a:pos x="2553" y="74"/>
                </a:cxn>
                <a:cxn ang="0">
                  <a:pos x="2457" y="7"/>
                </a:cxn>
                <a:cxn ang="0">
                  <a:pos x="2403" y="47"/>
                </a:cxn>
                <a:cxn ang="0">
                  <a:pos x="2289" y="74"/>
                </a:cxn>
                <a:cxn ang="0">
                  <a:pos x="2134" y="74"/>
                </a:cxn>
                <a:cxn ang="0">
                  <a:pos x="2044" y="128"/>
                </a:cxn>
                <a:cxn ang="0">
                  <a:pos x="1775" y="222"/>
                </a:cxn>
                <a:cxn ang="0">
                  <a:pos x="1602" y="181"/>
                </a:cxn>
                <a:cxn ang="0">
                  <a:pos x="1560" y="101"/>
                </a:cxn>
                <a:cxn ang="0">
                  <a:pos x="1542" y="87"/>
                </a:cxn>
                <a:cxn ang="0">
                  <a:pos x="1446" y="60"/>
                </a:cxn>
                <a:cxn ang="0">
                  <a:pos x="1375" y="74"/>
                </a:cxn>
                <a:cxn ang="0">
                  <a:pos x="1309" y="87"/>
                </a:cxn>
                <a:cxn ang="0">
                  <a:pos x="1243" y="13"/>
                </a:cxn>
                <a:cxn ang="0">
                  <a:pos x="1225" y="0"/>
                </a:cxn>
                <a:cxn ang="0">
                  <a:pos x="1189" y="0"/>
                </a:cxn>
                <a:cxn ang="0">
                  <a:pos x="1106" y="34"/>
                </a:cxn>
                <a:cxn ang="0">
                  <a:pos x="1106" y="34"/>
                </a:cxn>
                <a:cxn ang="0">
                  <a:pos x="1094" y="40"/>
                </a:cxn>
                <a:cxn ang="0">
                  <a:pos x="1070" y="54"/>
                </a:cxn>
                <a:cxn ang="0">
                  <a:pos x="1034" y="74"/>
                </a:cxn>
                <a:cxn ang="0">
                  <a:pos x="1004" y="74"/>
                </a:cxn>
                <a:cxn ang="0">
                  <a:pos x="986" y="74"/>
                </a:cxn>
                <a:cxn ang="0">
                  <a:pos x="956" y="81"/>
                </a:cxn>
                <a:cxn ang="0">
                  <a:pos x="920" y="94"/>
                </a:cxn>
                <a:cxn ang="0">
                  <a:pos x="884" y="107"/>
                </a:cxn>
                <a:cxn ang="0">
                  <a:pos x="843" y="128"/>
                </a:cxn>
                <a:cxn ang="0">
                  <a:pos x="813" y="141"/>
                </a:cxn>
                <a:cxn ang="0">
                  <a:pos x="789" y="148"/>
                </a:cxn>
                <a:cxn ang="0">
                  <a:pos x="783" y="154"/>
                </a:cxn>
                <a:cxn ang="0">
                  <a:pos x="556" y="228"/>
                </a:cxn>
                <a:cxn ang="0">
                  <a:pos x="394" y="294"/>
                </a:cxn>
                <a:cxn ang="0">
                  <a:pos x="107" y="462"/>
                </a:cxn>
                <a:cxn ang="0">
                  <a:pos x="0" y="536"/>
                </a:cxn>
                <a:cxn ang="0">
                  <a:pos x="3240" y="536"/>
                </a:cxn>
                <a:cxn ang="0">
                  <a:pos x="3132" y="469"/>
                </a:cxn>
                <a:cxn ang="0">
                  <a:pos x="3132" y="469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grpSp>
          <p:nvGrpSpPr>
            <p:cNvPr id="10" name="Group 9"/>
            <p:cNvGrpSpPr>
              <a:grpSpLocks/>
            </p:cNvGrpSpPr>
            <p:nvPr userDrawn="1"/>
          </p:nvGrpSpPr>
          <p:grpSpPr bwMode="auto">
            <a:xfrm>
              <a:off x="2486" y="3792"/>
              <a:ext cx="2456" cy="536"/>
              <a:chOff x="2486" y="3792"/>
              <a:chExt cx="2456" cy="536"/>
            </a:xfrm>
          </p:grpSpPr>
          <p:sp>
            <p:nvSpPr>
              <p:cNvPr id="12" name="Freeform 10"/>
              <p:cNvSpPr>
                <a:spLocks/>
              </p:cNvSpPr>
              <p:nvPr userDrawn="1"/>
            </p:nvSpPr>
            <p:spPr bwMode="ltGray">
              <a:xfrm>
                <a:off x="3948" y="3799"/>
                <a:ext cx="994" cy="529"/>
              </a:xfrm>
              <a:custGeom>
                <a:avLst/>
                <a:gdLst/>
                <a:ahLst/>
                <a:cxnLst>
                  <a:cxn ang="0">
                    <a:pos x="636" y="373"/>
                  </a:cxn>
                  <a:cxn ang="0">
                    <a:pos x="495" y="370"/>
                  </a:cxn>
                  <a:cxn ang="0">
                    <a:pos x="280" y="249"/>
                  </a:cxn>
                  <a:cxn ang="0">
                    <a:pos x="127" y="66"/>
                  </a:cxn>
                  <a:cxn ang="0">
                    <a:pos x="0" y="0"/>
                  </a:cxn>
                  <a:cxn ang="0">
                    <a:pos x="22" y="26"/>
                  </a:cxn>
                  <a:cxn ang="0">
                    <a:pos x="0" y="65"/>
                  </a:cxn>
                  <a:cxn ang="0">
                    <a:pos x="30" y="119"/>
                  </a:cxn>
                  <a:cxn ang="0">
                    <a:pos x="75" y="243"/>
                  </a:cxn>
                  <a:cxn ang="0">
                    <a:pos x="45" y="422"/>
                  </a:cxn>
                  <a:cxn ang="0">
                    <a:pos x="200" y="329"/>
                  </a:cxn>
                  <a:cxn ang="0">
                    <a:pos x="592" y="527"/>
                  </a:cxn>
                  <a:cxn ang="0">
                    <a:pos x="994" y="529"/>
                  </a:cxn>
                  <a:cxn ang="0">
                    <a:pos x="828" y="473"/>
                  </a:cxn>
                  <a:cxn ang="0">
                    <a:pos x="636" y="373"/>
                  </a:cxn>
                </a:cxnLst>
                <a:rect l="0" t="0" r="r" b="b"/>
                <a:pathLst>
                  <a:path w="994" h="529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592" y="527"/>
                    </a:lnTo>
                    <a:lnTo>
                      <a:pt x="994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13" name="Freeform 11"/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54" y="18"/>
                  </a:cxn>
                  <a:cxn ang="0">
                    <a:pos x="24" y="30"/>
                  </a:cxn>
                  <a:cxn ang="0">
                    <a:pos x="18" y="66"/>
                  </a:cxn>
                  <a:cxn ang="0">
                    <a:pos x="42" y="114"/>
                  </a:cxn>
                  <a:cxn ang="0">
                    <a:pos x="48" y="162"/>
                  </a:cxn>
                  <a:cxn ang="0">
                    <a:pos x="0" y="353"/>
                  </a:cxn>
                  <a:cxn ang="0">
                    <a:pos x="54" y="233"/>
                  </a:cxn>
                  <a:cxn ang="0">
                    <a:pos x="84" y="216"/>
                  </a:cxn>
                  <a:cxn ang="0">
                    <a:pos x="126" y="126"/>
                  </a:cxn>
                  <a:cxn ang="0">
                    <a:pos x="144" y="120"/>
                  </a:cxn>
                  <a:cxn ang="0">
                    <a:pos x="144" y="90"/>
                  </a:cxn>
                  <a:cxn ang="0">
                    <a:pos x="186" y="66"/>
                  </a:cxn>
                  <a:cxn ang="0">
                    <a:pos x="162" y="60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14" name="Freeform 12"/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2" y="13"/>
                  </a:cxn>
                  <a:cxn ang="0">
                    <a:pos x="0" y="40"/>
                  </a:cxn>
                  <a:cxn ang="0">
                    <a:pos x="60" y="121"/>
                  </a:cxn>
                  <a:cxn ang="0">
                    <a:pos x="310" y="271"/>
                  </a:cxn>
                  <a:cxn ang="0">
                    <a:pos x="290" y="139"/>
                  </a:cxn>
                  <a:cxn ang="0">
                    <a:pos x="378" y="76"/>
                  </a:cxn>
                  <a:cxn ang="0">
                    <a:pos x="251" y="94"/>
                  </a:cxn>
                  <a:cxn ang="0">
                    <a:pos x="90" y="54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15" name="Freeform 13"/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/>
                <a:ahLst/>
                <a:cxnLst>
                  <a:cxn ang="0">
                    <a:pos x="1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6" y="6"/>
                  </a:cxn>
                  <a:cxn ang="0">
                    <a:pos x="6" y="18"/>
                  </a:cxn>
                  <a:cxn ang="0">
                    <a:pos x="0" y="24"/>
                  </a:cxn>
                  <a:cxn ang="0">
                    <a:pos x="78" y="60"/>
                  </a:cxn>
                  <a:cxn ang="0">
                    <a:pos x="96" y="42"/>
                  </a:cxn>
                  <a:cxn ang="0">
                    <a:pos x="155" y="66"/>
                  </a:cxn>
                  <a:cxn ang="0">
                    <a:pos x="126" y="24"/>
                  </a:cxn>
                  <a:cxn ang="0">
                    <a:pos x="149" y="0"/>
                  </a:cxn>
                  <a:cxn ang="0">
                    <a:pos x="114" y="0"/>
                  </a:cxn>
                  <a:cxn ang="0">
                    <a:pos x="114" y="0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16" name="Freeform 14"/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/>
                <a:ahLst/>
                <a:cxnLst>
                  <a:cxn ang="0">
                    <a:pos x="6" y="36"/>
                  </a:cxn>
                  <a:cxn ang="0">
                    <a:pos x="0" y="18"/>
                  </a:cxn>
                  <a:cxn ang="0">
                    <a:pos x="12" y="6"/>
                  </a:cxn>
                  <a:cxn ang="0">
                    <a:pos x="0" y="6"/>
                  </a:cxn>
                  <a:cxn ang="0">
                    <a:pos x="12" y="6"/>
                  </a:cxn>
                  <a:cxn ang="0">
                    <a:pos x="24" y="6"/>
                  </a:cxn>
                  <a:cxn ang="0">
                    <a:pos x="36" y="6"/>
                  </a:cxn>
                  <a:cxn ang="0">
                    <a:pos x="42" y="0"/>
                  </a:cxn>
                  <a:cxn ang="0">
                    <a:pos x="30" y="18"/>
                  </a:cxn>
                  <a:cxn ang="0">
                    <a:pos x="42" y="48"/>
                  </a:cxn>
                  <a:cxn ang="0">
                    <a:pos x="12" y="72"/>
                  </a:cxn>
                  <a:cxn ang="0">
                    <a:pos x="6" y="36"/>
                  </a:cxn>
                  <a:cxn ang="0">
                    <a:pos x="6" y="36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</p:grpSp>
        <p:sp>
          <p:nvSpPr>
            <p:cNvPr id="11" name="Freeform 15"/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/>
              <a:ahLst/>
              <a:cxnLst>
                <a:cxn ang="0">
                  <a:pos x="3976" y="527"/>
                </a:cxn>
                <a:cxn ang="0">
                  <a:pos x="3970" y="527"/>
                </a:cxn>
                <a:cxn ang="0">
                  <a:pos x="3844" y="509"/>
                </a:cxn>
                <a:cxn ang="0">
                  <a:pos x="2487" y="305"/>
                </a:cxn>
                <a:cxn ang="0">
                  <a:pos x="2039" y="36"/>
                </a:cxn>
                <a:cxn ang="0">
                  <a:pos x="1907" y="24"/>
                </a:cxn>
                <a:cxn ang="0">
                  <a:pos x="1883" y="54"/>
                </a:cxn>
                <a:cxn ang="0">
                  <a:pos x="1859" y="54"/>
                </a:cxn>
                <a:cxn ang="0">
                  <a:pos x="1830" y="30"/>
                </a:cxn>
                <a:cxn ang="0">
                  <a:pos x="1704" y="102"/>
                </a:cxn>
                <a:cxn ang="0">
                  <a:pos x="1608" y="126"/>
                </a:cxn>
                <a:cxn ang="0">
                  <a:pos x="1561" y="132"/>
                </a:cxn>
                <a:cxn ang="0">
                  <a:pos x="1495" y="102"/>
                </a:cxn>
                <a:cxn ang="0">
                  <a:pos x="1357" y="126"/>
                </a:cxn>
                <a:cxn ang="0">
                  <a:pos x="1285" y="24"/>
                </a:cxn>
                <a:cxn ang="0">
                  <a:pos x="1280" y="18"/>
                </a:cxn>
                <a:cxn ang="0">
                  <a:pos x="1262" y="12"/>
                </a:cxn>
                <a:cxn ang="0">
                  <a:pos x="1238" y="6"/>
                </a:cxn>
                <a:cxn ang="0">
                  <a:pos x="1220" y="0"/>
                </a:cxn>
                <a:cxn ang="0">
                  <a:pos x="1196" y="0"/>
                </a:cxn>
                <a:cxn ang="0">
                  <a:pos x="1166" y="0"/>
                </a:cxn>
                <a:cxn ang="0">
                  <a:pos x="1142" y="0"/>
                </a:cxn>
                <a:cxn ang="0">
                  <a:pos x="1136" y="0"/>
                </a:cxn>
                <a:cxn ang="0">
                  <a:pos x="1130" y="0"/>
                </a:cxn>
                <a:cxn ang="0">
                  <a:pos x="1124" y="6"/>
                </a:cxn>
                <a:cxn ang="0">
                  <a:pos x="1118" y="12"/>
                </a:cxn>
                <a:cxn ang="0">
                  <a:pos x="1100" y="18"/>
                </a:cxn>
                <a:cxn ang="0">
                  <a:pos x="1088" y="18"/>
                </a:cxn>
                <a:cxn ang="0">
                  <a:pos x="1070" y="24"/>
                </a:cxn>
                <a:cxn ang="0">
                  <a:pos x="1052" y="30"/>
                </a:cxn>
                <a:cxn ang="0">
                  <a:pos x="1034" y="36"/>
                </a:cxn>
                <a:cxn ang="0">
                  <a:pos x="1028" y="42"/>
                </a:cxn>
                <a:cxn ang="0">
                  <a:pos x="969" y="60"/>
                </a:cxn>
                <a:cxn ang="0">
                  <a:pos x="921" y="72"/>
                </a:cxn>
                <a:cxn ang="0">
                  <a:pos x="855" y="48"/>
                </a:cxn>
                <a:cxn ang="0">
                  <a:pos x="825" y="48"/>
                </a:cxn>
                <a:cxn ang="0">
                  <a:pos x="759" y="72"/>
                </a:cxn>
                <a:cxn ang="0">
                  <a:pos x="735" y="72"/>
                </a:cxn>
                <a:cxn ang="0">
                  <a:pos x="706" y="60"/>
                </a:cxn>
                <a:cxn ang="0">
                  <a:pos x="640" y="60"/>
                </a:cxn>
                <a:cxn ang="0">
                  <a:pos x="544" y="72"/>
                </a:cxn>
                <a:cxn ang="0">
                  <a:pos x="389" y="18"/>
                </a:cxn>
                <a:cxn ang="0">
                  <a:pos x="323" y="60"/>
                </a:cxn>
                <a:cxn ang="0">
                  <a:pos x="317" y="60"/>
                </a:cxn>
                <a:cxn ang="0">
                  <a:pos x="305" y="72"/>
                </a:cxn>
                <a:cxn ang="0">
                  <a:pos x="287" y="78"/>
                </a:cxn>
                <a:cxn ang="0">
                  <a:pos x="263" y="90"/>
                </a:cxn>
                <a:cxn ang="0">
                  <a:pos x="203" y="120"/>
                </a:cxn>
                <a:cxn ang="0">
                  <a:pos x="149" y="150"/>
                </a:cxn>
                <a:cxn ang="0">
                  <a:pos x="78" y="168"/>
                </a:cxn>
                <a:cxn ang="0">
                  <a:pos x="0" y="180"/>
                </a:cxn>
                <a:cxn ang="0">
                  <a:pos x="0" y="527"/>
                </a:cxn>
                <a:cxn ang="0">
                  <a:pos x="1010" y="527"/>
                </a:cxn>
                <a:cxn ang="0">
                  <a:pos x="3725" y="527"/>
                </a:cxn>
                <a:cxn ang="0">
                  <a:pos x="3976" y="527"/>
                </a:cxn>
                <a:cxn ang="0">
                  <a:pos x="3976" y="527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836085" y="6021388"/>
            <a:ext cx="7579783" cy="849312"/>
            <a:chOff x="395" y="3793"/>
            <a:chExt cx="3581" cy="535"/>
          </a:xfrm>
        </p:grpSpPr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1196" y="3793"/>
              <a:ext cx="365" cy="291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0" y="60"/>
                </a:cxn>
                <a:cxn ang="0">
                  <a:pos x="66" y="108"/>
                </a:cxn>
                <a:cxn ang="0">
                  <a:pos x="143" y="180"/>
                </a:cxn>
                <a:cxn ang="0">
                  <a:pos x="191" y="168"/>
                </a:cxn>
                <a:cxn ang="0">
                  <a:pos x="341" y="287"/>
                </a:cxn>
                <a:cxn ang="0">
                  <a:pos x="305" y="174"/>
                </a:cxn>
                <a:cxn ang="0">
                  <a:pos x="365" y="132"/>
                </a:cxn>
                <a:cxn ang="0">
                  <a:pos x="359" y="126"/>
                </a:cxn>
                <a:cxn ang="0">
                  <a:pos x="335" y="114"/>
                </a:cxn>
                <a:cxn ang="0">
                  <a:pos x="299" y="90"/>
                </a:cxn>
                <a:cxn ang="0">
                  <a:pos x="257" y="72"/>
                </a:cxn>
                <a:cxn ang="0">
                  <a:pos x="215" y="54"/>
                </a:cxn>
                <a:cxn ang="0">
                  <a:pos x="173" y="36"/>
                </a:cxn>
                <a:cxn ang="0">
                  <a:pos x="143" y="24"/>
                </a:cxn>
                <a:cxn ang="0">
                  <a:pos x="131" y="18"/>
                </a:cxn>
                <a:cxn ang="0">
                  <a:pos x="107" y="18"/>
                </a:cxn>
                <a:cxn ang="0">
                  <a:pos x="95" y="18"/>
                </a:cxn>
                <a:cxn ang="0">
                  <a:pos x="72" y="12"/>
                </a:cxn>
                <a:cxn ang="0">
                  <a:pos x="66" y="12"/>
                </a:cxn>
                <a:cxn ang="0">
                  <a:pos x="54" y="6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1943" y="3829"/>
              <a:ext cx="2033" cy="499"/>
            </a:xfrm>
            <a:custGeom>
              <a:avLst/>
              <a:gdLst/>
              <a:ahLst/>
              <a:cxnLst>
                <a:cxn ang="0">
                  <a:pos x="186" y="18"/>
                </a:cxn>
                <a:cxn ang="0">
                  <a:pos x="138" y="6"/>
                </a:cxn>
                <a:cxn ang="0">
                  <a:pos x="96" y="0"/>
                </a:cxn>
                <a:cxn ang="0">
                  <a:pos x="36" y="0"/>
                </a:cxn>
                <a:cxn ang="0">
                  <a:pos x="12" y="25"/>
                </a:cxn>
                <a:cxn ang="0">
                  <a:pos x="0" y="128"/>
                </a:cxn>
                <a:cxn ang="0">
                  <a:pos x="60" y="104"/>
                </a:cxn>
                <a:cxn ang="0">
                  <a:pos x="90" y="134"/>
                </a:cxn>
                <a:cxn ang="0">
                  <a:pos x="150" y="153"/>
                </a:cxn>
                <a:cxn ang="0">
                  <a:pos x="209" y="273"/>
                </a:cxn>
                <a:cxn ang="0">
                  <a:pos x="401" y="359"/>
                </a:cxn>
                <a:cxn ang="0">
                  <a:pos x="777" y="359"/>
                </a:cxn>
                <a:cxn ang="0">
                  <a:pos x="2033" y="499"/>
                </a:cxn>
                <a:cxn ang="0">
                  <a:pos x="2033" y="499"/>
                </a:cxn>
                <a:cxn ang="0">
                  <a:pos x="1991" y="493"/>
                </a:cxn>
                <a:cxn ang="0">
                  <a:pos x="676" y="243"/>
                </a:cxn>
                <a:cxn ang="0">
                  <a:pos x="514" y="159"/>
                </a:cxn>
                <a:cxn ang="0">
                  <a:pos x="425" y="110"/>
                </a:cxn>
                <a:cxn ang="0">
                  <a:pos x="365" y="92"/>
                </a:cxn>
                <a:cxn ang="0">
                  <a:pos x="281" y="61"/>
                </a:cxn>
                <a:cxn ang="0">
                  <a:pos x="186" y="18"/>
                </a:cxn>
                <a:cxn ang="0">
                  <a:pos x="186" y="18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1830" y="3823"/>
              <a:ext cx="71" cy="6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18"/>
                </a:cxn>
                <a:cxn ang="0">
                  <a:pos x="12" y="12"/>
                </a:cxn>
                <a:cxn ang="0">
                  <a:pos x="6" y="6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53" y="18"/>
                </a:cxn>
                <a:cxn ang="0">
                  <a:pos x="59" y="30"/>
                </a:cxn>
                <a:cxn ang="0">
                  <a:pos x="65" y="42"/>
                </a:cxn>
                <a:cxn ang="0">
                  <a:pos x="71" y="54"/>
                </a:cxn>
                <a:cxn ang="0">
                  <a:pos x="71" y="60"/>
                </a:cxn>
                <a:cxn ang="0">
                  <a:pos x="59" y="54"/>
                </a:cxn>
                <a:cxn ang="0">
                  <a:pos x="47" y="42"/>
                </a:cxn>
                <a:cxn ang="0">
                  <a:pos x="23" y="30"/>
                </a:cxn>
                <a:cxn ang="0">
                  <a:pos x="23" y="36"/>
                </a:cxn>
                <a:cxn ang="0">
                  <a:pos x="18" y="42"/>
                </a:cxn>
                <a:cxn ang="0">
                  <a:pos x="12" y="48"/>
                </a:cxn>
                <a:cxn ang="0">
                  <a:pos x="6" y="48"/>
                </a:cxn>
                <a:cxn ang="0">
                  <a:pos x="6" y="48"/>
                </a:cxn>
                <a:cxn ang="0">
                  <a:pos x="6" y="3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21" name="Freeform 20"/>
            <p:cNvSpPr>
              <a:spLocks/>
            </p:cNvSpPr>
            <p:nvPr userDrawn="1"/>
          </p:nvSpPr>
          <p:spPr bwMode="auto">
            <a:xfrm>
              <a:off x="855" y="3842"/>
              <a:ext cx="161" cy="16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48" y="6"/>
                </a:cxn>
                <a:cxn ang="0">
                  <a:pos x="72" y="6"/>
                </a:cxn>
                <a:cxn ang="0">
                  <a:pos x="114" y="12"/>
                </a:cxn>
                <a:cxn ang="0">
                  <a:pos x="96" y="54"/>
                </a:cxn>
                <a:cxn ang="0">
                  <a:pos x="96" y="60"/>
                </a:cxn>
                <a:cxn ang="0">
                  <a:pos x="102" y="72"/>
                </a:cxn>
                <a:cxn ang="0">
                  <a:pos x="108" y="84"/>
                </a:cxn>
                <a:cxn ang="0">
                  <a:pos x="120" y="96"/>
                </a:cxn>
                <a:cxn ang="0">
                  <a:pos x="143" y="114"/>
                </a:cxn>
                <a:cxn ang="0">
                  <a:pos x="155" y="138"/>
                </a:cxn>
                <a:cxn ang="0">
                  <a:pos x="161" y="156"/>
                </a:cxn>
                <a:cxn ang="0">
                  <a:pos x="161" y="162"/>
                </a:cxn>
                <a:cxn ang="0">
                  <a:pos x="96" y="102"/>
                </a:cxn>
                <a:cxn ang="0">
                  <a:pos x="30" y="54"/>
                </a:cxn>
                <a:cxn ang="0">
                  <a:pos x="0" y="0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706" y="3854"/>
              <a:ext cx="59" cy="61"/>
            </a:xfrm>
            <a:custGeom>
              <a:avLst/>
              <a:gdLst/>
              <a:ahLst/>
              <a:cxnLst>
                <a:cxn ang="0">
                  <a:pos x="59" y="6"/>
                </a:cxn>
                <a:cxn ang="0">
                  <a:pos x="41" y="30"/>
                </a:cxn>
                <a:cxn ang="0">
                  <a:pos x="41" y="36"/>
                </a:cxn>
                <a:cxn ang="0">
                  <a:pos x="47" y="42"/>
                </a:cxn>
                <a:cxn ang="0">
                  <a:pos x="53" y="54"/>
                </a:cxn>
                <a:cxn ang="0">
                  <a:pos x="53" y="60"/>
                </a:cxn>
                <a:cxn ang="0">
                  <a:pos x="47" y="54"/>
                </a:cxn>
                <a:cxn ang="0">
                  <a:pos x="35" y="48"/>
                </a:cxn>
                <a:cxn ang="0">
                  <a:pos x="23" y="36"/>
                </a:cxn>
                <a:cxn ang="0">
                  <a:pos x="17" y="30"/>
                </a:cxn>
                <a:cxn ang="0">
                  <a:pos x="0" y="0"/>
                </a:cxn>
                <a:cxn ang="0">
                  <a:pos x="59" y="6"/>
                </a:cxn>
                <a:cxn ang="0">
                  <a:pos x="59" y="6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395" y="3811"/>
              <a:ext cx="245" cy="207"/>
            </a:xfrm>
            <a:custGeom>
              <a:avLst/>
              <a:gdLst/>
              <a:ahLst/>
              <a:cxnLst>
                <a:cxn ang="0">
                  <a:pos x="233" y="36"/>
                </a:cxn>
                <a:cxn ang="0">
                  <a:pos x="245" y="42"/>
                </a:cxn>
                <a:cxn ang="0">
                  <a:pos x="209" y="84"/>
                </a:cxn>
                <a:cxn ang="0">
                  <a:pos x="143" y="132"/>
                </a:cxn>
                <a:cxn ang="0">
                  <a:pos x="167" y="156"/>
                </a:cxn>
                <a:cxn ang="0">
                  <a:pos x="179" y="204"/>
                </a:cxn>
                <a:cxn ang="0">
                  <a:pos x="77" y="132"/>
                </a:cxn>
                <a:cxn ang="0">
                  <a:pos x="47" y="84"/>
                </a:cxn>
                <a:cxn ang="0">
                  <a:pos x="89" y="66"/>
                </a:cxn>
                <a:cxn ang="0">
                  <a:pos x="59" y="36"/>
                </a:cxn>
                <a:cxn ang="0">
                  <a:pos x="0" y="1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2" y="0"/>
                </a:cxn>
                <a:cxn ang="0">
                  <a:pos x="47" y="6"/>
                </a:cxn>
                <a:cxn ang="0">
                  <a:pos x="77" y="6"/>
                </a:cxn>
                <a:cxn ang="0">
                  <a:pos x="83" y="6"/>
                </a:cxn>
                <a:cxn ang="0">
                  <a:pos x="89" y="6"/>
                </a:cxn>
                <a:cxn ang="0">
                  <a:pos x="101" y="12"/>
                </a:cxn>
                <a:cxn ang="0">
                  <a:pos x="125" y="12"/>
                </a:cxn>
                <a:cxn ang="0">
                  <a:pos x="143" y="18"/>
                </a:cxn>
                <a:cxn ang="0">
                  <a:pos x="149" y="18"/>
                </a:cxn>
                <a:cxn ang="0">
                  <a:pos x="149" y="18"/>
                </a:cxn>
                <a:cxn ang="0">
                  <a:pos x="203" y="24"/>
                </a:cxn>
                <a:cxn ang="0">
                  <a:pos x="233" y="36"/>
                </a:cxn>
                <a:cxn ang="0">
                  <a:pos x="233" y="36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sp>
        <p:nvSpPr>
          <p:cNvPr id="388119" name="Rectangle 23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447801"/>
            <a:ext cx="10972800" cy="173672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8120" name="Rectangle 2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429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" name="Rectangle 25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" name="Rectangle 2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13FFD-AE7C-4339-8E7E-B9B811F6B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6" name="Rectangle 27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9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2DA84-DACE-4451-B512-77F0A4DC6E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98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76817-5260-4068-B374-EC70A480E6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15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8AF2E-CA39-460B-9FA6-9417C8ECC1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2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A2D885-6B16-409D-A79A-0A30E4A0A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E6FFD-7924-43F3-82F9-257368FEE9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4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B65CD-C0B3-459D-AB51-8515A83DB2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2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646B9-446B-4A02-A33B-9909B0E137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80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0CD22-0F51-4249-9FE5-02BEFEFD92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DB068-D922-4F5C-A4C2-EA745E6DA0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0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5DABE-C7D7-4723-A6FF-A343100644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68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0"/>
            <a:ext cx="10972800" cy="4495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A8315E-CCC9-4E24-B595-F4B263FE3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8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3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387076" name="Freeform 4"/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77" name="Freeform 5"/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sp>
        <p:nvSpPr>
          <p:cNvPr id="387078" name="Freeform 6"/>
          <p:cNvSpPr>
            <a:spLocks/>
          </p:cNvSpPr>
          <p:nvPr/>
        </p:nvSpPr>
        <p:spPr bwMode="hidden">
          <a:xfrm>
            <a:off x="8331200" y="6262688"/>
            <a:ext cx="3860800" cy="609600"/>
          </a:xfrm>
          <a:custGeom>
            <a:avLst/>
            <a:gdLst/>
            <a:ahLst/>
            <a:cxnLst>
              <a:cxn ang="0">
                <a:pos x="5748" y="246"/>
              </a:cxn>
              <a:cxn ang="0">
                <a:pos x="0" y="246"/>
              </a:cxn>
              <a:cxn ang="0">
                <a:pos x="0" y="0"/>
              </a:cxn>
              <a:cxn ang="0">
                <a:pos x="5748" y="0"/>
              </a:cxn>
              <a:cxn ang="0">
                <a:pos x="5748" y="246"/>
              </a:cxn>
              <a:cxn ang="0">
                <a:pos x="5748" y="246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800"/>
          </a:p>
        </p:txBody>
      </p:sp>
      <p:grpSp>
        <p:nvGrpSpPr>
          <p:cNvPr id="9220" name="Group 7"/>
          <p:cNvGrpSpPr>
            <a:grpSpLocks/>
          </p:cNvGrpSpPr>
          <p:nvPr/>
        </p:nvGrpSpPr>
        <p:grpSpPr bwMode="auto">
          <a:xfrm>
            <a:off x="0" y="6019800"/>
            <a:ext cx="10464800" cy="857250"/>
            <a:chOff x="0" y="3792"/>
            <a:chExt cx="4944" cy="540"/>
          </a:xfrm>
        </p:grpSpPr>
        <p:sp>
          <p:nvSpPr>
            <p:cNvPr id="387080" name="Freeform 8"/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/>
              <a:ahLst/>
              <a:cxnLst>
                <a:cxn ang="0">
                  <a:pos x="3132" y="469"/>
                </a:cxn>
                <a:cxn ang="0">
                  <a:pos x="2995" y="395"/>
                </a:cxn>
                <a:cxn ang="0">
                  <a:pos x="2911" y="375"/>
                </a:cxn>
                <a:cxn ang="0">
                  <a:pos x="2678" y="228"/>
                </a:cxn>
                <a:cxn ang="0">
                  <a:pos x="2553" y="74"/>
                </a:cxn>
                <a:cxn ang="0">
                  <a:pos x="2457" y="7"/>
                </a:cxn>
                <a:cxn ang="0">
                  <a:pos x="2403" y="47"/>
                </a:cxn>
                <a:cxn ang="0">
                  <a:pos x="2289" y="74"/>
                </a:cxn>
                <a:cxn ang="0">
                  <a:pos x="2134" y="74"/>
                </a:cxn>
                <a:cxn ang="0">
                  <a:pos x="2044" y="128"/>
                </a:cxn>
                <a:cxn ang="0">
                  <a:pos x="1775" y="222"/>
                </a:cxn>
                <a:cxn ang="0">
                  <a:pos x="1602" y="181"/>
                </a:cxn>
                <a:cxn ang="0">
                  <a:pos x="1560" y="101"/>
                </a:cxn>
                <a:cxn ang="0">
                  <a:pos x="1542" y="87"/>
                </a:cxn>
                <a:cxn ang="0">
                  <a:pos x="1446" y="60"/>
                </a:cxn>
                <a:cxn ang="0">
                  <a:pos x="1375" y="74"/>
                </a:cxn>
                <a:cxn ang="0">
                  <a:pos x="1309" y="87"/>
                </a:cxn>
                <a:cxn ang="0">
                  <a:pos x="1243" y="13"/>
                </a:cxn>
                <a:cxn ang="0">
                  <a:pos x="1225" y="0"/>
                </a:cxn>
                <a:cxn ang="0">
                  <a:pos x="1189" y="0"/>
                </a:cxn>
                <a:cxn ang="0">
                  <a:pos x="1106" y="34"/>
                </a:cxn>
                <a:cxn ang="0">
                  <a:pos x="1106" y="34"/>
                </a:cxn>
                <a:cxn ang="0">
                  <a:pos x="1094" y="40"/>
                </a:cxn>
                <a:cxn ang="0">
                  <a:pos x="1070" y="54"/>
                </a:cxn>
                <a:cxn ang="0">
                  <a:pos x="1034" y="74"/>
                </a:cxn>
                <a:cxn ang="0">
                  <a:pos x="1004" y="74"/>
                </a:cxn>
                <a:cxn ang="0">
                  <a:pos x="986" y="74"/>
                </a:cxn>
                <a:cxn ang="0">
                  <a:pos x="956" y="81"/>
                </a:cxn>
                <a:cxn ang="0">
                  <a:pos x="920" y="94"/>
                </a:cxn>
                <a:cxn ang="0">
                  <a:pos x="884" y="107"/>
                </a:cxn>
                <a:cxn ang="0">
                  <a:pos x="843" y="128"/>
                </a:cxn>
                <a:cxn ang="0">
                  <a:pos x="813" y="141"/>
                </a:cxn>
                <a:cxn ang="0">
                  <a:pos x="789" y="148"/>
                </a:cxn>
                <a:cxn ang="0">
                  <a:pos x="783" y="154"/>
                </a:cxn>
                <a:cxn ang="0">
                  <a:pos x="556" y="228"/>
                </a:cxn>
                <a:cxn ang="0">
                  <a:pos x="394" y="294"/>
                </a:cxn>
                <a:cxn ang="0">
                  <a:pos x="107" y="462"/>
                </a:cxn>
                <a:cxn ang="0">
                  <a:pos x="0" y="536"/>
                </a:cxn>
                <a:cxn ang="0">
                  <a:pos x="3240" y="536"/>
                </a:cxn>
                <a:cxn ang="0">
                  <a:pos x="3132" y="469"/>
                </a:cxn>
                <a:cxn ang="0">
                  <a:pos x="3132" y="469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grpSp>
          <p:nvGrpSpPr>
            <p:cNvPr id="9234" name="Group 9"/>
            <p:cNvGrpSpPr>
              <a:grpSpLocks/>
            </p:cNvGrpSpPr>
            <p:nvPr userDrawn="1"/>
          </p:nvGrpSpPr>
          <p:grpSpPr bwMode="auto">
            <a:xfrm>
              <a:off x="2486" y="3792"/>
              <a:ext cx="2458" cy="540"/>
              <a:chOff x="2486" y="3792"/>
              <a:chExt cx="2458" cy="540"/>
            </a:xfrm>
          </p:grpSpPr>
          <p:sp>
            <p:nvSpPr>
              <p:cNvPr id="387082" name="Freeform 10"/>
              <p:cNvSpPr>
                <a:spLocks/>
              </p:cNvSpPr>
              <p:nvPr userDrawn="1"/>
            </p:nvSpPr>
            <p:spPr bwMode="ltGray">
              <a:xfrm>
                <a:off x="3948" y="3799"/>
                <a:ext cx="996" cy="533"/>
              </a:xfrm>
              <a:custGeom>
                <a:avLst/>
                <a:gdLst/>
                <a:ahLst/>
                <a:cxnLst>
                  <a:cxn ang="0">
                    <a:pos x="636" y="373"/>
                  </a:cxn>
                  <a:cxn ang="0">
                    <a:pos x="495" y="370"/>
                  </a:cxn>
                  <a:cxn ang="0">
                    <a:pos x="280" y="249"/>
                  </a:cxn>
                  <a:cxn ang="0">
                    <a:pos x="127" y="66"/>
                  </a:cxn>
                  <a:cxn ang="0">
                    <a:pos x="0" y="0"/>
                  </a:cxn>
                  <a:cxn ang="0">
                    <a:pos x="22" y="26"/>
                  </a:cxn>
                  <a:cxn ang="0">
                    <a:pos x="0" y="65"/>
                  </a:cxn>
                  <a:cxn ang="0">
                    <a:pos x="30" y="119"/>
                  </a:cxn>
                  <a:cxn ang="0">
                    <a:pos x="75" y="243"/>
                  </a:cxn>
                  <a:cxn ang="0">
                    <a:pos x="45" y="422"/>
                  </a:cxn>
                  <a:cxn ang="0">
                    <a:pos x="200" y="329"/>
                  </a:cxn>
                  <a:cxn ang="0">
                    <a:pos x="612" y="533"/>
                  </a:cxn>
                  <a:cxn ang="0">
                    <a:pos x="996" y="529"/>
                  </a:cxn>
                  <a:cxn ang="0">
                    <a:pos x="828" y="473"/>
                  </a:cxn>
                  <a:cxn ang="0">
                    <a:pos x="636" y="373"/>
                  </a:cxn>
                </a:cxnLst>
                <a:rect l="0" t="0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387083" name="Freeform 11"/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54" y="18"/>
                  </a:cxn>
                  <a:cxn ang="0">
                    <a:pos x="24" y="30"/>
                  </a:cxn>
                  <a:cxn ang="0">
                    <a:pos x="18" y="66"/>
                  </a:cxn>
                  <a:cxn ang="0">
                    <a:pos x="42" y="114"/>
                  </a:cxn>
                  <a:cxn ang="0">
                    <a:pos x="48" y="162"/>
                  </a:cxn>
                  <a:cxn ang="0">
                    <a:pos x="0" y="353"/>
                  </a:cxn>
                  <a:cxn ang="0">
                    <a:pos x="54" y="233"/>
                  </a:cxn>
                  <a:cxn ang="0">
                    <a:pos x="84" y="216"/>
                  </a:cxn>
                  <a:cxn ang="0">
                    <a:pos x="126" y="126"/>
                  </a:cxn>
                  <a:cxn ang="0">
                    <a:pos x="144" y="120"/>
                  </a:cxn>
                  <a:cxn ang="0">
                    <a:pos x="144" y="90"/>
                  </a:cxn>
                  <a:cxn ang="0">
                    <a:pos x="186" y="66"/>
                  </a:cxn>
                  <a:cxn ang="0">
                    <a:pos x="162" y="60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387084" name="Freeform 12"/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2" y="13"/>
                  </a:cxn>
                  <a:cxn ang="0">
                    <a:pos x="0" y="40"/>
                  </a:cxn>
                  <a:cxn ang="0">
                    <a:pos x="60" y="121"/>
                  </a:cxn>
                  <a:cxn ang="0">
                    <a:pos x="310" y="271"/>
                  </a:cxn>
                  <a:cxn ang="0">
                    <a:pos x="290" y="139"/>
                  </a:cxn>
                  <a:cxn ang="0">
                    <a:pos x="378" y="76"/>
                  </a:cxn>
                  <a:cxn ang="0">
                    <a:pos x="251" y="94"/>
                  </a:cxn>
                  <a:cxn ang="0">
                    <a:pos x="90" y="54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387085" name="Freeform 13"/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/>
                <a:ahLst/>
                <a:cxnLst>
                  <a:cxn ang="0">
                    <a:pos x="1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6" y="6"/>
                  </a:cxn>
                  <a:cxn ang="0">
                    <a:pos x="6" y="18"/>
                  </a:cxn>
                  <a:cxn ang="0">
                    <a:pos x="0" y="24"/>
                  </a:cxn>
                  <a:cxn ang="0">
                    <a:pos x="78" y="60"/>
                  </a:cxn>
                  <a:cxn ang="0">
                    <a:pos x="96" y="42"/>
                  </a:cxn>
                  <a:cxn ang="0">
                    <a:pos x="155" y="66"/>
                  </a:cxn>
                  <a:cxn ang="0">
                    <a:pos x="126" y="24"/>
                  </a:cxn>
                  <a:cxn ang="0">
                    <a:pos x="149" y="0"/>
                  </a:cxn>
                  <a:cxn ang="0">
                    <a:pos x="114" y="0"/>
                  </a:cxn>
                  <a:cxn ang="0">
                    <a:pos x="114" y="0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  <p:sp>
            <p:nvSpPr>
              <p:cNvPr id="387086" name="Freeform 14"/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/>
                <a:ahLst/>
                <a:cxnLst>
                  <a:cxn ang="0">
                    <a:pos x="6" y="36"/>
                  </a:cxn>
                  <a:cxn ang="0">
                    <a:pos x="0" y="18"/>
                  </a:cxn>
                  <a:cxn ang="0">
                    <a:pos x="12" y="6"/>
                  </a:cxn>
                  <a:cxn ang="0">
                    <a:pos x="0" y="6"/>
                  </a:cxn>
                  <a:cxn ang="0">
                    <a:pos x="12" y="6"/>
                  </a:cxn>
                  <a:cxn ang="0">
                    <a:pos x="24" y="6"/>
                  </a:cxn>
                  <a:cxn ang="0">
                    <a:pos x="36" y="6"/>
                  </a:cxn>
                  <a:cxn ang="0">
                    <a:pos x="42" y="0"/>
                  </a:cxn>
                  <a:cxn ang="0">
                    <a:pos x="30" y="18"/>
                  </a:cxn>
                  <a:cxn ang="0">
                    <a:pos x="42" y="48"/>
                  </a:cxn>
                  <a:cxn ang="0">
                    <a:pos x="12" y="72"/>
                  </a:cxn>
                  <a:cxn ang="0">
                    <a:pos x="6" y="36"/>
                  </a:cxn>
                  <a:cxn ang="0">
                    <a:pos x="6" y="36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1800"/>
              </a:p>
            </p:txBody>
          </p:sp>
        </p:grpSp>
        <p:sp>
          <p:nvSpPr>
            <p:cNvPr id="387087" name="Freeform 15"/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/>
              <a:ahLst/>
              <a:cxnLst>
                <a:cxn ang="0">
                  <a:pos x="3976" y="527"/>
                </a:cxn>
                <a:cxn ang="0">
                  <a:pos x="3970" y="527"/>
                </a:cxn>
                <a:cxn ang="0">
                  <a:pos x="3844" y="509"/>
                </a:cxn>
                <a:cxn ang="0">
                  <a:pos x="2487" y="305"/>
                </a:cxn>
                <a:cxn ang="0">
                  <a:pos x="2039" y="36"/>
                </a:cxn>
                <a:cxn ang="0">
                  <a:pos x="1907" y="24"/>
                </a:cxn>
                <a:cxn ang="0">
                  <a:pos x="1883" y="54"/>
                </a:cxn>
                <a:cxn ang="0">
                  <a:pos x="1859" y="54"/>
                </a:cxn>
                <a:cxn ang="0">
                  <a:pos x="1830" y="30"/>
                </a:cxn>
                <a:cxn ang="0">
                  <a:pos x="1704" y="102"/>
                </a:cxn>
                <a:cxn ang="0">
                  <a:pos x="1608" y="126"/>
                </a:cxn>
                <a:cxn ang="0">
                  <a:pos x="1561" y="132"/>
                </a:cxn>
                <a:cxn ang="0">
                  <a:pos x="1495" y="102"/>
                </a:cxn>
                <a:cxn ang="0">
                  <a:pos x="1357" y="126"/>
                </a:cxn>
                <a:cxn ang="0">
                  <a:pos x="1285" y="24"/>
                </a:cxn>
                <a:cxn ang="0">
                  <a:pos x="1280" y="18"/>
                </a:cxn>
                <a:cxn ang="0">
                  <a:pos x="1262" y="12"/>
                </a:cxn>
                <a:cxn ang="0">
                  <a:pos x="1238" y="6"/>
                </a:cxn>
                <a:cxn ang="0">
                  <a:pos x="1220" y="0"/>
                </a:cxn>
                <a:cxn ang="0">
                  <a:pos x="1196" y="0"/>
                </a:cxn>
                <a:cxn ang="0">
                  <a:pos x="1166" y="0"/>
                </a:cxn>
                <a:cxn ang="0">
                  <a:pos x="1142" y="0"/>
                </a:cxn>
                <a:cxn ang="0">
                  <a:pos x="1136" y="0"/>
                </a:cxn>
                <a:cxn ang="0">
                  <a:pos x="1130" y="0"/>
                </a:cxn>
                <a:cxn ang="0">
                  <a:pos x="1124" y="6"/>
                </a:cxn>
                <a:cxn ang="0">
                  <a:pos x="1118" y="12"/>
                </a:cxn>
                <a:cxn ang="0">
                  <a:pos x="1100" y="18"/>
                </a:cxn>
                <a:cxn ang="0">
                  <a:pos x="1088" y="18"/>
                </a:cxn>
                <a:cxn ang="0">
                  <a:pos x="1070" y="24"/>
                </a:cxn>
                <a:cxn ang="0">
                  <a:pos x="1052" y="30"/>
                </a:cxn>
                <a:cxn ang="0">
                  <a:pos x="1034" y="36"/>
                </a:cxn>
                <a:cxn ang="0">
                  <a:pos x="1028" y="42"/>
                </a:cxn>
                <a:cxn ang="0">
                  <a:pos x="969" y="60"/>
                </a:cxn>
                <a:cxn ang="0">
                  <a:pos x="921" y="72"/>
                </a:cxn>
                <a:cxn ang="0">
                  <a:pos x="855" y="48"/>
                </a:cxn>
                <a:cxn ang="0">
                  <a:pos x="825" y="48"/>
                </a:cxn>
                <a:cxn ang="0">
                  <a:pos x="759" y="72"/>
                </a:cxn>
                <a:cxn ang="0">
                  <a:pos x="735" y="72"/>
                </a:cxn>
                <a:cxn ang="0">
                  <a:pos x="706" y="60"/>
                </a:cxn>
                <a:cxn ang="0">
                  <a:pos x="640" y="60"/>
                </a:cxn>
                <a:cxn ang="0">
                  <a:pos x="544" y="72"/>
                </a:cxn>
                <a:cxn ang="0">
                  <a:pos x="389" y="18"/>
                </a:cxn>
                <a:cxn ang="0">
                  <a:pos x="323" y="60"/>
                </a:cxn>
                <a:cxn ang="0">
                  <a:pos x="317" y="60"/>
                </a:cxn>
                <a:cxn ang="0">
                  <a:pos x="305" y="72"/>
                </a:cxn>
                <a:cxn ang="0">
                  <a:pos x="287" y="78"/>
                </a:cxn>
                <a:cxn ang="0">
                  <a:pos x="263" y="90"/>
                </a:cxn>
                <a:cxn ang="0">
                  <a:pos x="203" y="120"/>
                </a:cxn>
                <a:cxn ang="0">
                  <a:pos x="149" y="150"/>
                </a:cxn>
                <a:cxn ang="0">
                  <a:pos x="78" y="168"/>
                </a:cxn>
                <a:cxn ang="0">
                  <a:pos x="0" y="180"/>
                </a:cxn>
                <a:cxn ang="0">
                  <a:pos x="0" y="527"/>
                </a:cxn>
                <a:cxn ang="0">
                  <a:pos x="1010" y="527"/>
                </a:cxn>
                <a:cxn ang="0">
                  <a:pos x="3725" y="527"/>
                </a:cxn>
                <a:cxn ang="0">
                  <a:pos x="3976" y="527"/>
                </a:cxn>
                <a:cxn ang="0">
                  <a:pos x="3976" y="527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grpSp>
        <p:nvGrpSpPr>
          <p:cNvPr id="9221" name="Group 16"/>
          <p:cNvGrpSpPr>
            <a:grpSpLocks/>
          </p:cNvGrpSpPr>
          <p:nvPr/>
        </p:nvGrpSpPr>
        <p:grpSpPr bwMode="auto">
          <a:xfrm>
            <a:off x="836085" y="6021388"/>
            <a:ext cx="7579783" cy="849312"/>
            <a:chOff x="395" y="3793"/>
            <a:chExt cx="3581" cy="535"/>
          </a:xfrm>
        </p:grpSpPr>
        <p:sp>
          <p:nvSpPr>
            <p:cNvPr id="387089" name="Freeform 17"/>
            <p:cNvSpPr>
              <a:spLocks/>
            </p:cNvSpPr>
            <p:nvPr/>
          </p:nvSpPr>
          <p:spPr bwMode="auto">
            <a:xfrm>
              <a:off x="1196" y="3793"/>
              <a:ext cx="365" cy="291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0" y="60"/>
                </a:cxn>
                <a:cxn ang="0">
                  <a:pos x="66" y="108"/>
                </a:cxn>
                <a:cxn ang="0">
                  <a:pos x="143" y="180"/>
                </a:cxn>
                <a:cxn ang="0">
                  <a:pos x="191" y="168"/>
                </a:cxn>
                <a:cxn ang="0">
                  <a:pos x="341" y="287"/>
                </a:cxn>
                <a:cxn ang="0">
                  <a:pos x="305" y="174"/>
                </a:cxn>
                <a:cxn ang="0">
                  <a:pos x="365" y="132"/>
                </a:cxn>
                <a:cxn ang="0">
                  <a:pos x="359" y="126"/>
                </a:cxn>
                <a:cxn ang="0">
                  <a:pos x="335" y="114"/>
                </a:cxn>
                <a:cxn ang="0">
                  <a:pos x="299" y="90"/>
                </a:cxn>
                <a:cxn ang="0">
                  <a:pos x="257" y="72"/>
                </a:cxn>
                <a:cxn ang="0">
                  <a:pos x="215" y="54"/>
                </a:cxn>
                <a:cxn ang="0">
                  <a:pos x="173" y="36"/>
                </a:cxn>
                <a:cxn ang="0">
                  <a:pos x="143" y="24"/>
                </a:cxn>
                <a:cxn ang="0">
                  <a:pos x="131" y="18"/>
                </a:cxn>
                <a:cxn ang="0">
                  <a:pos x="107" y="18"/>
                </a:cxn>
                <a:cxn ang="0">
                  <a:pos x="95" y="18"/>
                </a:cxn>
                <a:cxn ang="0">
                  <a:pos x="72" y="12"/>
                </a:cxn>
                <a:cxn ang="0">
                  <a:pos x="66" y="12"/>
                </a:cxn>
                <a:cxn ang="0">
                  <a:pos x="54" y="6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90" name="Freeform 18"/>
            <p:cNvSpPr>
              <a:spLocks/>
            </p:cNvSpPr>
            <p:nvPr/>
          </p:nvSpPr>
          <p:spPr bwMode="auto">
            <a:xfrm>
              <a:off x="1943" y="3829"/>
              <a:ext cx="2033" cy="499"/>
            </a:xfrm>
            <a:custGeom>
              <a:avLst/>
              <a:gdLst/>
              <a:ahLst/>
              <a:cxnLst>
                <a:cxn ang="0">
                  <a:pos x="186" y="18"/>
                </a:cxn>
                <a:cxn ang="0">
                  <a:pos x="138" y="6"/>
                </a:cxn>
                <a:cxn ang="0">
                  <a:pos x="96" y="0"/>
                </a:cxn>
                <a:cxn ang="0">
                  <a:pos x="36" y="0"/>
                </a:cxn>
                <a:cxn ang="0">
                  <a:pos x="12" y="25"/>
                </a:cxn>
                <a:cxn ang="0">
                  <a:pos x="0" y="128"/>
                </a:cxn>
                <a:cxn ang="0">
                  <a:pos x="60" y="104"/>
                </a:cxn>
                <a:cxn ang="0">
                  <a:pos x="90" y="134"/>
                </a:cxn>
                <a:cxn ang="0">
                  <a:pos x="150" y="153"/>
                </a:cxn>
                <a:cxn ang="0">
                  <a:pos x="209" y="273"/>
                </a:cxn>
                <a:cxn ang="0">
                  <a:pos x="401" y="359"/>
                </a:cxn>
                <a:cxn ang="0">
                  <a:pos x="777" y="359"/>
                </a:cxn>
                <a:cxn ang="0">
                  <a:pos x="2033" y="499"/>
                </a:cxn>
                <a:cxn ang="0">
                  <a:pos x="2033" y="499"/>
                </a:cxn>
                <a:cxn ang="0">
                  <a:pos x="1991" y="493"/>
                </a:cxn>
                <a:cxn ang="0">
                  <a:pos x="676" y="243"/>
                </a:cxn>
                <a:cxn ang="0">
                  <a:pos x="514" y="159"/>
                </a:cxn>
                <a:cxn ang="0">
                  <a:pos x="425" y="110"/>
                </a:cxn>
                <a:cxn ang="0">
                  <a:pos x="365" y="92"/>
                </a:cxn>
                <a:cxn ang="0">
                  <a:pos x="281" y="61"/>
                </a:cxn>
                <a:cxn ang="0">
                  <a:pos x="186" y="18"/>
                </a:cxn>
                <a:cxn ang="0">
                  <a:pos x="186" y="18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91" name="Freeform 19"/>
            <p:cNvSpPr>
              <a:spLocks/>
            </p:cNvSpPr>
            <p:nvPr/>
          </p:nvSpPr>
          <p:spPr bwMode="auto">
            <a:xfrm>
              <a:off x="1830" y="3823"/>
              <a:ext cx="71" cy="6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18"/>
                </a:cxn>
                <a:cxn ang="0">
                  <a:pos x="12" y="12"/>
                </a:cxn>
                <a:cxn ang="0">
                  <a:pos x="6" y="6"/>
                </a:cxn>
                <a:cxn ang="0">
                  <a:pos x="0" y="0"/>
                </a:cxn>
                <a:cxn ang="0">
                  <a:pos x="29" y="18"/>
                </a:cxn>
                <a:cxn ang="0">
                  <a:pos x="53" y="18"/>
                </a:cxn>
                <a:cxn ang="0">
                  <a:pos x="59" y="30"/>
                </a:cxn>
                <a:cxn ang="0">
                  <a:pos x="65" y="42"/>
                </a:cxn>
                <a:cxn ang="0">
                  <a:pos x="71" y="54"/>
                </a:cxn>
                <a:cxn ang="0">
                  <a:pos x="71" y="60"/>
                </a:cxn>
                <a:cxn ang="0">
                  <a:pos x="59" y="54"/>
                </a:cxn>
                <a:cxn ang="0">
                  <a:pos x="47" y="42"/>
                </a:cxn>
                <a:cxn ang="0">
                  <a:pos x="23" y="30"/>
                </a:cxn>
                <a:cxn ang="0">
                  <a:pos x="23" y="36"/>
                </a:cxn>
                <a:cxn ang="0">
                  <a:pos x="18" y="42"/>
                </a:cxn>
                <a:cxn ang="0">
                  <a:pos x="12" y="48"/>
                </a:cxn>
                <a:cxn ang="0">
                  <a:pos x="6" y="48"/>
                </a:cxn>
                <a:cxn ang="0">
                  <a:pos x="6" y="48"/>
                </a:cxn>
                <a:cxn ang="0">
                  <a:pos x="6" y="3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92" name="Freeform 20"/>
            <p:cNvSpPr>
              <a:spLocks/>
            </p:cNvSpPr>
            <p:nvPr/>
          </p:nvSpPr>
          <p:spPr bwMode="auto">
            <a:xfrm>
              <a:off x="855" y="3842"/>
              <a:ext cx="161" cy="16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48" y="6"/>
                </a:cxn>
                <a:cxn ang="0">
                  <a:pos x="72" y="6"/>
                </a:cxn>
                <a:cxn ang="0">
                  <a:pos x="114" y="12"/>
                </a:cxn>
                <a:cxn ang="0">
                  <a:pos x="96" y="54"/>
                </a:cxn>
                <a:cxn ang="0">
                  <a:pos x="96" y="60"/>
                </a:cxn>
                <a:cxn ang="0">
                  <a:pos x="102" y="72"/>
                </a:cxn>
                <a:cxn ang="0">
                  <a:pos x="108" y="84"/>
                </a:cxn>
                <a:cxn ang="0">
                  <a:pos x="120" y="96"/>
                </a:cxn>
                <a:cxn ang="0">
                  <a:pos x="143" y="114"/>
                </a:cxn>
                <a:cxn ang="0">
                  <a:pos x="155" y="138"/>
                </a:cxn>
                <a:cxn ang="0">
                  <a:pos x="161" y="156"/>
                </a:cxn>
                <a:cxn ang="0">
                  <a:pos x="161" y="162"/>
                </a:cxn>
                <a:cxn ang="0">
                  <a:pos x="96" y="102"/>
                </a:cxn>
                <a:cxn ang="0">
                  <a:pos x="30" y="54"/>
                </a:cxn>
                <a:cxn ang="0">
                  <a:pos x="0" y="0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93" name="Freeform 21"/>
            <p:cNvSpPr>
              <a:spLocks/>
            </p:cNvSpPr>
            <p:nvPr/>
          </p:nvSpPr>
          <p:spPr bwMode="auto">
            <a:xfrm>
              <a:off x="706" y="3854"/>
              <a:ext cx="59" cy="61"/>
            </a:xfrm>
            <a:custGeom>
              <a:avLst/>
              <a:gdLst/>
              <a:ahLst/>
              <a:cxnLst>
                <a:cxn ang="0">
                  <a:pos x="59" y="6"/>
                </a:cxn>
                <a:cxn ang="0">
                  <a:pos x="41" y="30"/>
                </a:cxn>
                <a:cxn ang="0">
                  <a:pos x="41" y="36"/>
                </a:cxn>
                <a:cxn ang="0">
                  <a:pos x="47" y="42"/>
                </a:cxn>
                <a:cxn ang="0">
                  <a:pos x="53" y="54"/>
                </a:cxn>
                <a:cxn ang="0">
                  <a:pos x="53" y="60"/>
                </a:cxn>
                <a:cxn ang="0">
                  <a:pos x="47" y="54"/>
                </a:cxn>
                <a:cxn ang="0">
                  <a:pos x="35" y="48"/>
                </a:cxn>
                <a:cxn ang="0">
                  <a:pos x="23" y="36"/>
                </a:cxn>
                <a:cxn ang="0">
                  <a:pos x="17" y="30"/>
                </a:cxn>
                <a:cxn ang="0">
                  <a:pos x="0" y="0"/>
                </a:cxn>
                <a:cxn ang="0">
                  <a:pos x="59" y="6"/>
                </a:cxn>
                <a:cxn ang="0">
                  <a:pos x="59" y="6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  <p:sp>
          <p:nvSpPr>
            <p:cNvPr id="387094" name="Freeform 22"/>
            <p:cNvSpPr>
              <a:spLocks/>
            </p:cNvSpPr>
            <p:nvPr/>
          </p:nvSpPr>
          <p:spPr bwMode="auto">
            <a:xfrm>
              <a:off x="395" y="3811"/>
              <a:ext cx="245" cy="207"/>
            </a:xfrm>
            <a:custGeom>
              <a:avLst/>
              <a:gdLst/>
              <a:ahLst/>
              <a:cxnLst>
                <a:cxn ang="0">
                  <a:pos x="233" y="36"/>
                </a:cxn>
                <a:cxn ang="0">
                  <a:pos x="245" y="42"/>
                </a:cxn>
                <a:cxn ang="0">
                  <a:pos x="209" y="84"/>
                </a:cxn>
                <a:cxn ang="0">
                  <a:pos x="143" y="132"/>
                </a:cxn>
                <a:cxn ang="0">
                  <a:pos x="167" y="156"/>
                </a:cxn>
                <a:cxn ang="0">
                  <a:pos x="179" y="204"/>
                </a:cxn>
                <a:cxn ang="0">
                  <a:pos x="77" y="132"/>
                </a:cxn>
                <a:cxn ang="0">
                  <a:pos x="47" y="84"/>
                </a:cxn>
                <a:cxn ang="0">
                  <a:pos x="89" y="66"/>
                </a:cxn>
                <a:cxn ang="0">
                  <a:pos x="59" y="36"/>
                </a:cxn>
                <a:cxn ang="0">
                  <a:pos x="0" y="1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2" y="0"/>
                </a:cxn>
                <a:cxn ang="0">
                  <a:pos x="47" y="6"/>
                </a:cxn>
                <a:cxn ang="0">
                  <a:pos x="77" y="6"/>
                </a:cxn>
                <a:cxn ang="0">
                  <a:pos x="83" y="6"/>
                </a:cxn>
                <a:cxn ang="0">
                  <a:pos x="89" y="6"/>
                </a:cxn>
                <a:cxn ang="0">
                  <a:pos x="101" y="12"/>
                </a:cxn>
                <a:cxn ang="0">
                  <a:pos x="125" y="12"/>
                </a:cxn>
                <a:cxn ang="0">
                  <a:pos x="143" y="18"/>
                </a:cxn>
                <a:cxn ang="0">
                  <a:pos x="149" y="18"/>
                </a:cxn>
                <a:cxn ang="0">
                  <a:pos x="149" y="18"/>
                </a:cxn>
                <a:cxn ang="0">
                  <a:pos x="203" y="24"/>
                </a:cxn>
                <a:cxn ang="0">
                  <a:pos x="233" y="36"/>
                </a:cxn>
                <a:cxn ang="0">
                  <a:pos x="233" y="36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800"/>
            </a:p>
          </p:txBody>
        </p:sp>
      </p:grpSp>
      <p:sp>
        <p:nvSpPr>
          <p:cNvPr id="387095" name="Rectangle 2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23" name="Rectangle 2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7097" name="Rectangle 2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7098" name="Rectangle 2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7099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AF4C42EB-1E08-49FC-97AA-E9B6AD90B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530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ropbox.com/s/v2olzqfot8jb19r/%40Gathering%20Area%2009%20Group%20Conscience.3-7-2021.English.pdf?dl=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6xp5ur6xg1ymd8s/%2471st%20GSC%20Final%20List%20of%20Agenda%20Items%20with%20strikeout%20%28English%29.rtf?dl=0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cbdrvnvpxj50257/%2471st%20GSC%20Final%20List%20of%20Agenda%20Items%20%28Spanish%29.2-9-2021.pdf?dl=0" TargetMode="External"/><Relationship Id="rId2" Type="http://schemas.openxmlformats.org/officeDocument/2006/relationships/hyperlink" Target="https://www.dropbox.com/s/eye8jolsokfsx1m/%2471st%20GSC%20Final%20List%20of%20Agenda%20Items%20%28English%29.2-4-2021.pdf?dl=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mqzvloivktumsrs/%2370th%20GSC%20Final%20Report%20%28Anonymity%20Protected%29%20-%20English.pdf?dl=0" TargetMode="External"/><Relationship Id="rId2" Type="http://schemas.openxmlformats.org/officeDocument/2006/relationships/hyperlink" Target="https://www.dropbox.com/s/lnwd48lrrk1y2sx/%232020%20Report%20Back%20Brainstorm.Final.July%207%2C2020.pdf?dl=0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/zr205ngvfghykmy/%24Master%20Summary%20Tables%20for%20Agenda%20Items.Final.2-24-2021.Spanish.pdf?dl=0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ropbox.com/s/zi5l1g2e5xvadug/%24Master%20Summary%20Tables%20for%20Agenda%20Items.Final.2-24-2021.English.pdf?dl=0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pro.com/user112910871/big-book-riptab/video/500617913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ropbox.com/s/lnwd48lrrk1y2sx/%232020%20Report%20Back%20Brainstorm.Final.July%207%2C2020.pdf?dl=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>
              <a:defRPr/>
            </a:pPr>
            <a:b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</a:br>
            <a: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  <a:t> </a:t>
            </a:r>
            <a:b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</a:br>
            <a:endParaRPr lang="en-US" sz="2800" dirty="0">
              <a:solidFill>
                <a:srgbClr val="FF99FF"/>
              </a:solidFill>
            </a:endParaRPr>
          </a:p>
        </p:txBody>
      </p:sp>
      <p:sp>
        <p:nvSpPr>
          <p:cNvPr id="11267" name="Content Placeholder 3"/>
          <p:cNvSpPr>
            <a:spLocks noGrp="1"/>
          </p:cNvSpPr>
          <p:nvPr>
            <p:ph idx="1"/>
          </p:nvPr>
        </p:nvSpPr>
        <p:spPr>
          <a:xfrm>
            <a:off x="2057400" y="1143000"/>
            <a:ext cx="8229600" cy="4495800"/>
          </a:xfrm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algn="ctr">
              <a:buNone/>
            </a:pPr>
            <a:endParaRPr lang="en-US" sz="48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Ed L, Mid-Southern California Area 09</a:t>
            </a: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Panel 70 delegate</a:t>
            </a: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msca09delegate70@yahoo.com</a:t>
            </a: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Cell: (760) 964-0012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191718" y="-239840"/>
            <a:ext cx="9808564" cy="19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3500" b="1" dirty="0">
              <a:ln w="11430"/>
              <a:solidFill>
                <a:srgbClr val="00FFCC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Area 09 Group Conscience in Preparation for the 2021 General Service Conference</a:t>
            </a:r>
            <a:endParaRPr lang="en-US" sz="3500" dirty="0">
              <a:ln w="11430"/>
              <a:solidFill>
                <a:srgbClr val="00FFCC"/>
              </a:solidFill>
              <a:latin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72A2FA-A2EE-4925-A544-62FD96F058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88" y="2450060"/>
            <a:ext cx="2167742" cy="2167742"/>
          </a:xfrm>
          <a:prstGeom prst="rect">
            <a:avLst/>
          </a:prstGeom>
          <a:ln w="57150">
            <a:solidFill>
              <a:srgbClr val="FFCCFF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761EEA-308D-4FDF-BA53-D16637BD75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73" t="5555" r="14395"/>
          <a:stretch/>
        </p:blipFill>
        <p:spPr>
          <a:xfrm>
            <a:off x="9668067" y="1863259"/>
            <a:ext cx="1506071" cy="3657600"/>
          </a:xfrm>
          <a:prstGeom prst="rect">
            <a:avLst/>
          </a:prstGeom>
          <a:ln w="57150">
            <a:solidFill>
              <a:srgbClr val="FFCC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04C466-A129-4202-8349-7E1E1736195D}"/>
              </a:ext>
            </a:extLst>
          </p:cNvPr>
          <p:cNvSpPr txBox="1"/>
          <p:nvPr/>
        </p:nvSpPr>
        <p:spPr>
          <a:xfrm>
            <a:off x="2963826" y="5123278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https://www.dropbox.com/s/v2olzqfot8jb19r/%40Gathering%20Area%2009%20Group%20Conscience.3-7-2021.English.pdf?dl=0</a:t>
            </a:r>
            <a:endParaRPr lang="en-US" b="1" dirty="0">
              <a:solidFill>
                <a:srgbClr val="66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494E263-7B0D-4AE7-9D0A-9B31E8E4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385" y="738411"/>
            <a:ext cx="10972800" cy="1143000"/>
          </a:xfrm>
        </p:spPr>
        <p:txBody>
          <a:bodyPr/>
          <a:lstStyle/>
          <a:p>
            <a:r>
              <a:rPr lang="en-US" dirty="0">
                <a:ln w="11430"/>
                <a:solidFill>
                  <a:srgbClr val="00FFCC"/>
                </a:solidFill>
                <a:latin typeface="Times New Roman" pitchFamily="18" charset="0"/>
              </a:rPr>
              <a:t>Area 09: Since 1958, </a:t>
            </a:r>
            <a:r>
              <a:rPr lang="en-US">
                <a:ln w="11430"/>
                <a:solidFill>
                  <a:srgbClr val="00FFCC"/>
                </a:solidFill>
                <a:latin typeface="Times New Roman" pitchFamily="18" charset="0"/>
              </a:rPr>
              <a:t>8</a:t>
            </a:r>
            <a:r>
              <a:rPr lang="en-US" baseline="30000">
                <a:ln w="11430"/>
                <a:solidFill>
                  <a:srgbClr val="00FFCC"/>
                </a:solidFill>
                <a:latin typeface="Times New Roman" pitchFamily="18" charset="0"/>
              </a:rPr>
              <a:t>th</a:t>
            </a:r>
            <a:r>
              <a:rPr lang="en-US">
                <a:ln w="11430"/>
                <a:solidFill>
                  <a:srgbClr val="00FFCC"/>
                </a:solidFill>
                <a:latin typeface="Times New Roman" pitchFamily="18" charset="0"/>
              </a:rPr>
              <a:t> Conference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7D60CF-C4D3-4C2B-8189-8D0B4504AC88}"/>
              </a:ext>
            </a:extLst>
          </p:cNvPr>
          <p:cNvSpPr txBox="1"/>
          <p:nvPr/>
        </p:nvSpPr>
        <p:spPr>
          <a:xfrm>
            <a:off x="7094053" y="1869500"/>
            <a:ext cx="3458817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n w="11430"/>
                <a:solidFill>
                  <a:srgbClr val="FFCCFF"/>
                </a:solidFill>
                <a:latin typeface="Times New Roman" pitchFamily="18" charset="0"/>
              </a:rPr>
              <a:t>62,300 Members</a:t>
            </a:r>
          </a:p>
          <a:p>
            <a:pPr algn="ctr">
              <a:lnSpc>
                <a:spcPts val="2000"/>
              </a:lnSpc>
            </a:pPr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r>
              <a:rPr lang="en-US" sz="2400" dirty="0">
                <a:ln w="11430"/>
                <a:solidFill>
                  <a:srgbClr val="FFCCFF"/>
                </a:solidFill>
                <a:latin typeface="Times New Roman" pitchFamily="18" charset="0"/>
              </a:rPr>
              <a:t>2,003 Groups</a:t>
            </a:r>
          </a:p>
          <a:p>
            <a:pPr algn="ctr"/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r>
              <a:rPr lang="en-US" sz="2400" dirty="0">
                <a:ln w="11430"/>
                <a:solidFill>
                  <a:srgbClr val="FFCCFF"/>
                </a:solidFill>
                <a:latin typeface="Times New Roman" pitchFamily="18" charset="0"/>
              </a:rPr>
              <a:t>24 Districts</a:t>
            </a:r>
          </a:p>
          <a:p>
            <a:pPr algn="ctr"/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r>
              <a:rPr lang="en-US" sz="2200" dirty="0">
                <a:ln w="11430"/>
                <a:solidFill>
                  <a:srgbClr val="FFCCFF"/>
                </a:solidFill>
                <a:latin typeface="Times New Roman" pitchFamily="18" charset="0"/>
              </a:rPr>
              <a:t>6 Hispanic</a:t>
            </a:r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endParaRPr lang="en-US" sz="2400" dirty="0">
              <a:ln w="11430"/>
              <a:solidFill>
                <a:srgbClr val="FFCCFF"/>
              </a:solidFill>
              <a:latin typeface="Times New Roman" pitchFamily="18" charset="0"/>
            </a:endParaRPr>
          </a:p>
          <a:p>
            <a:pPr algn="ctr"/>
            <a:r>
              <a:rPr lang="en-US" sz="2400" dirty="0">
                <a:ln w="11430"/>
                <a:solidFill>
                  <a:srgbClr val="FFCCFF"/>
                </a:solidFill>
                <a:latin typeface="Times New Roman" pitchFamily="18" charset="0"/>
              </a:rPr>
              <a:t>1 Delegate</a:t>
            </a:r>
            <a:endParaRPr lang="en-US" sz="2400" dirty="0">
              <a:solidFill>
                <a:srgbClr val="FFCCFF"/>
              </a:solidFill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6BE7E3E-9F43-43BE-B810-02F55F900238}"/>
              </a:ext>
            </a:extLst>
          </p:cNvPr>
          <p:cNvSpPr/>
          <p:nvPr/>
        </p:nvSpPr>
        <p:spPr bwMode="auto">
          <a:xfrm rot="10800000">
            <a:off x="6199806" y="1947419"/>
            <a:ext cx="5247310" cy="4172170"/>
          </a:xfrm>
          <a:prstGeom prst="triangl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noFill/>
              <a:effectLst/>
              <a:latin typeface="Arial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6AB841-7E7A-449E-8E6B-BDEFBEAE0F91}"/>
              </a:ext>
            </a:extLst>
          </p:cNvPr>
          <p:cNvSpPr txBox="1"/>
          <p:nvPr/>
        </p:nvSpPr>
        <p:spPr>
          <a:xfrm>
            <a:off x="5992195" y="4782458"/>
            <a:ext cx="16830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ln w="11430"/>
                <a:solidFill>
                  <a:srgbClr val="FF0000"/>
                </a:solidFill>
                <a:latin typeface="Times New Roman" pitchFamily="18" charset="0"/>
              </a:rPr>
              <a:t>???</a:t>
            </a:r>
            <a:endParaRPr lang="en-US" sz="6000" dirty="0">
              <a:solidFill>
                <a:srgbClr val="FF0000"/>
              </a:solidFill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0DA4DE7B-E9EB-41D4-9F08-A350002B427C}"/>
              </a:ext>
            </a:extLst>
          </p:cNvPr>
          <p:cNvCxnSpPr/>
          <p:nvPr/>
        </p:nvCxnSpPr>
        <p:spPr bwMode="auto">
          <a:xfrm rot="10800000" flipV="1">
            <a:off x="7332042" y="5085981"/>
            <a:ext cx="751785" cy="247497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B9257B0E-81AE-4792-9D1B-C6663525CFC0}"/>
              </a:ext>
            </a:extLst>
          </p:cNvPr>
          <p:cNvCxnSpPr/>
          <p:nvPr/>
        </p:nvCxnSpPr>
        <p:spPr bwMode="auto">
          <a:xfrm rot="10800000" flipV="1">
            <a:off x="5547009" y="5166540"/>
            <a:ext cx="751785" cy="247497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6" name="Content Placeholder 4">
            <a:extLst>
              <a:ext uri="{FF2B5EF4-FFF2-40B4-BE49-F238E27FC236}">
                <a16:creationId xmlns:a16="http://schemas.microsoft.com/office/drawing/2014/main" id="{3896BA0B-F289-49BC-98D2-3A03B441E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1573" y="2850042"/>
            <a:ext cx="5548233" cy="3840480"/>
          </a:xfrm>
        </p:spPr>
      </p:pic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E5EBC769-89B7-4363-B97C-F547B16C483C}"/>
              </a:ext>
            </a:extLst>
          </p:cNvPr>
          <p:cNvCxnSpPr>
            <a:cxnSpLocks/>
          </p:cNvCxnSpPr>
          <p:nvPr/>
        </p:nvCxnSpPr>
        <p:spPr bwMode="auto">
          <a:xfrm flipV="1">
            <a:off x="3834288" y="2591143"/>
            <a:ext cx="3840933" cy="837859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CAD3F12-C5CB-4E93-A401-F6319AD9F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10" y="310378"/>
            <a:ext cx="1763852" cy="274320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16AD6B-36A1-4206-A11E-6D0D083EB088}"/>
              </a:ext>
            </a:extLst>
          </p:cNvPr>
          <p:cNvSpPr/>
          <p:nvPr/>
        </p:nvSpPr>
        <p:spPr bwMode="auto">
          <a:xfrm>
            <a:off x="1162050" y="1952625"/>
            <a:ext cx="828675" cy="895350"/>
          </a:xfrm>
          <a:custGeom>
            <a:avLst/>
            <a:gdLst>
              <a:gd name="connsiteX0" fmla="*/ 0 w 828675"/>
              <a:gd name="connsiteY0" fmla="*/ 614363 h 895350"/>
              <a:gd name="connsiteX1" fmla="*/ 95250 w 828675"/>
              <a:gd name="connsiteY1" fmla="*/ 590550 h 895350"/>
              <a:gd name="connsiteX2" fmla="*/ 114300 w 828675"/>
              <a:gd name="connsiteY2" fmla="*/ 419100 h 895350"/>
              <a:gd name="connsiteX3" fmla="*/ 109538 w 828675"/>
              <a:gd name="connsiteY3" fmla="*/ 0 h 895350"/>
              <a:gd name="connsiteX4" fmla="*/ 461963 w 828675"/>
              <a:gd name="connsiteY4" fmla="*/ 80963 h 895350"/>
              <a:gd name="connsiteX5" fmla="*/ 757238 w 828675"/>
              <a:gd name="connsiteY5" fmla="*/ 509588 h 895350"/>
              <a:gd name="connsiteX6" fmla="*/ 828675 w 828675"/>
              <a:gd name="connsiteY6" fmla="*/ 714375 h 895350"/>
              <a:gd name="connsiteX7" fmla="*/ 714375 w 828675"/>
              <a:gd name="connsiteY7" fmla="*/ 781050 h 895350"/>
              <a:gd name="connsiteX8" fmla="*/ 661988 w 828675"/>
              <a:gd name="connsiteY8" fmla="*/ 895350 h 895350"/>
              <a:gd name="connsiteX9" fmla="*/ 171450 w 828675"/>
              <a:gd name="connsiteY9" fmla="*/ 814388 h 895350"/>
              <a:gd name="connsiteX10" fmla="*/ 0 w 828675"/>
              <a:gd name="connsiteY10" fmla="*/ 614363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8675" h="895350">
                <a:moveTo>
                  <a:pt x="0" y="614363"/>
                </a:moveTo>
                <a:lnTo>
                  <a:pt x="95250" y="590550"/>
                </a:lnTo>
                <a:lnTo>
                  <a:pt x="114300" y="419100"/>
                </a:lnTo>
                <a:cubicBezTo>
                  <a:pt x="112713" y="279400"/>
                  <a:pt x="111125" y="139700"/>
                  <a:pt x="109538" y="0"/>
                </a:cubicBezTo>
                <a:lnTo>
                  <a:pt x="461963" y="80963"/>
                </a:lnTo>
                <a:lnTo>
                  <a:pt x="757238" y="509588"/>
                </a:lnTo>
                <a:lnTo>
                  <a:pt x="828675" y="714375"/>
                </a:lnTo>
                <a:lnTo>
                  <a:pt x="714375" y="781050"/>
                </a:lnTo>
                <a:lnTo>
                  <a:pt x="661988" y="895350"/>
                </a:lnTo>
                <a:lnTo>
                  <a:pt x="171450" y="814388"/>
                </a:lnTo>
                <a:lnTo>
                  <a:pt x="0" y="614363"/>
                </a:lnTo>
                <a:close/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7124A30-6963-4712-9423-23BDE79CF31B}"/>
              </a:ext>
            </a:extLst>
          </p:cNvPr>
          <p:cNvCxnSpPr/>
          <p:nvPr/>
        </p:nvCxnSpPr>
        <p:spPr bwMode="auto">
          <a:xfrm flipH="1">
            <a:off x="6298794" y="2120512"/>
            <a:ext cx="1376427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A64822-1E90-44D6-B727-89673D4A6089}"/>
              </a:ext>
            </a:extLst>
          </p:cNvPr>
          <p:cNvCxnSpPr>
            <a:cxnSpLocks/>
          </p:cNvCxnSpPr>
          <p:nvPr/>
        </p:nvCxnSpPr>
        <p:spPr bwMode="auto">
          <a:xfrm flipH="1">
            <a:off x="6697250" y="2733389"/>
            <a:ext cx="125969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B765A7-E461-4EC0-8ECA-A7C9E8B3ECD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51209" y="3449795"/>
            <a:ext cx="916469" cy="1730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0A0104F-3927-4A1D-A77F-5E12124F949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609443" y="4173110"/>
            <a:ext cx="556726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DC9D35-5060-4D4C-9365-F1AF1B91D3E2}"/>
              </a:ext>
            </a:extLst>
          </p:cNvPr>
          <p:cNvCxnSpPr>
            <a:cxnSpLocks/>
          </p:cNvCxnSpPr>
          <p:nvPr/>
        </p:nvCxnSpPr>
        <p:spPr bwMode="auto">
          <a:xfrm flipV="1">
            <a:off x="9438243" y="4206447"/>
            <a:ext cx="556726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4DEAC17-6269-489B-8D84-8EE7A8A7D4FB}"/>
              </a:ext>
            </a:extLst>
          </p:cNvPr>
          <p:cNvCxnSpPr>
            <a:cxnSpLocks/>
          </p:cNvCxnSpPr>
          <p:nvPr/>
        </p:nvCxnSpPr>
        <p:spPr bwMode="auto">
          <a:xfrm flipV="1">
            <a:off x="9546260" y="3484417"/>
            <a:ext cx="896462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33DE453-E74A-4242-BEBC-34366EA0D81C}"/>
              </a:ext>
            </a:extLst>
          </p:cNvPr>
          <p:cNvCxnSpPr>
            <a:cxnSpLocks/>
          </p:cNvCxnSpPr>
          <p:nvPr/>
        </p:nvCxnSpPr>
        <p:spPr bwMode="auto">
          <a:xfrm>
            <a:off x="9691261" y="2757733"/>
            <a:ext cx="125969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CE036D6-E11B-479B-8BC7-F54B06106DF2}"/>
              </a:ext>
            </a:extLst>
          </p:cNvPr>
          <p:cNvCxnSpPr>
            <a:cxnSpLocks/>
          </p:cNvCxnSpPr>
          <p:nvPr/>
        </p:nvCxnSpPr>
        <p:spPr bwMode="auto">
          <a:xfrm>
            <a:off x="9883708" y="2139561"/>
            <a:ext cx="143199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BA6B302-3A19-40F5-8E87-177A4F35A153}"/>
              </a:ext>
            </a:extLst>
          </p:cNvPr>
          <p:cNvSpPr txBox="1"/>
          <p:nvPr/>
        </p:nvSpPr>
        <p:spPr>
          <a:xfrm>
            <a:off x="4006765" y="2081879"/>
            <a:ext cx="18894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ln w="11430"/>
                <a:solidFill>
                  <a:srgbClr val="FF0000"/>
                </a:solidFill>
                <a:latin typeface="Times New Roman" pitchFamily="18" charset="0"/>
              </a:rPr>
              <a:t>GSR!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422D09-2414-4B0D-A91C-B4071BB62FE6}"/>
              </a:ext>
            </a:extLst>
          </p:cNvPr>
          <p:cNvSpPr txBox="1"/>
          <p:nvPr/>
        </p:nvSpPr>
        <p:spPr>
          <a:xfrm>
            <a:off x="9333314" y="5623526"/>
            <a:ext cx="2731296" cy="7078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Conference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839B8132-4E08-4C0B-968D-39695291C3B5}"/>
              </a:ext>
            </a:extLst>
          </p:cNvPr>
          <p:cNvCxnSpPr>
            <a:cxnSpLocks/>
            <a:endCxn id="23" idx="0"/>
          </p:cNvCxnSpPr>
          <p:nvPr/>
        </p:nvCxnSpPr>
        <p:spPr bwMode="auto">
          <a:xfrm>
            <a:off x="9691263" y="4875553"/>
            <a:ext cx="1007699" cy="747973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0355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 animBg="1"/>
      <p:bldP spid="18" grpId="0"/>
      <p:bldP spid="27" grpId="0" animBg="1"/>
      <p:bldP spid="48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90F5-3E24-4833-9AA5-F98A4F2C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89448"/>
            <a:ext cx="10972800" cy="1143000"/>
          </a:xfrm>
        </p:spPr>
        <p:txBody>
          <a:bodyPr/>
          <a:lstStyle/>
          <a:p>
            <a:pPr algn="r"/>
            <a:r>
              <a:rPr lang="en-US" dirty="0">
                <a:ln w="11430"/>
                <a:solidFill>
                  <a:srgbClr val="00FFCC"/>
                </a:solidFill>
                <a:latin typeface="Times New Roman" pitchFamily="18" charset="0"/>
              </a:rPr>
              <a:t>13 Conference Committees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0A2375-4BFD-4B3A-A8DB-303E6FB62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016" r="26353" b="4051"/>
          <a:stretch/>
        </p:blipFill>
        <p:spPr>
          <a:xfrm>
            <a:off x="203329" y="228600"/>
            <a:ext cx="3489166" cy="6126480"/>
          </a:xfrm>
          <a:prstGeom prst="rect">
            <a:avLst/>
          </a:prstGeom>
          <a:ln w="57150">
            <a:solidFill>
              <a:srgbClr val="00FFCC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3C7F5C-A9C1-4F52-958A-AD3E4B921CB0}"/>
              </a:ext>
            </a:extLst>
          </p:cNvPr>
          <p:cNvCxnSpPr>
            <a:cxnSpLocks/>
            <a:endCxn id="7" idx="1"/>
          </p:cNvCxnSpPr>
          <p:nvPr/>
        </p:nvCxnSpPr>
        <p:spPr bwMode="auto">
          <a:xfrm flipV="1">
            <a:off x="1262800" y="1220833"/>
            <a:ext cx="3377388" cy="86895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355CBA-C7AE-46A5-8766-8F8318B714FA}"/>
              </a:ext>
            </a:extLst>
          </p:cNvPr>
          <p:cNvSpPr txBox="1"/>
          <p:nvPr/>
        </p:nvSpPr>
        <p:spPr>
          <a:xfrm>
            <a:off x="4640188" y="990000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Agenda Items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076C0E-CC9E-4E6D-AC48-6E08EF778843}"/>
              </a:ext>
            </a:extLst>
          </p:cNvPr>
          <p:cNvCxnSpPr>
            <a:cxnSpLocks/>
            <a:endCxn id="30" idx="1"/>
          </p:cNvCxnSpPr>
          <p:nvPr/>
        </p:nvCxnSpPr>
        <p:spPr bwMode="auto">
          <a:xfrm flipV="1">
            <a:off x="1262800" y="1667342"/>
            <a:ext cx="3350445" cy="70021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50624A-FBED-481A-AB73-D5E86CA86883}"/>
              </a:ext>
            </a:extLst>
          </p:cNvPr>
          <p:cNvCxnSpPr>
            <a:cxnSpLocks/>
            <a:endCxn id="31" idx="1"/>
          </p:cNvCxnSpPr>
          <p:nvPr/>
        </p:nvCxnSpPr>
        <p:spPr bwMode="auto">
          <a:xfrm flipV="1">
            <a:off x="1262800" y="2099369"/>
            <a:ext cx="3352801" cy="5488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76E78E-6372-48BE-9D0D-30E91E1B0ECF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 flipV="1">
            <a:off x="1262800" y="2474894"/>
            <a:ext cx="3384444" cy="46573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727B10-F862-4BA5-8E8E-E8957EF4D8B0}"/>
              </a:ext>
            </a:extLst>
          </p:cNvPr>
          <p:cNvCxnSpPr>
            <a:cxnSpLocks/>
            <a:endCxn id="33" idx="1"/>
          </p:cNvCxnSpPr>
          <p:nvPr/>
        </p:nvCxnSpPr>
        <p:spPr bwMode="auto">
          <a:xfrm flipV="1">
            <a:off x="1262800" y="2853403"/>
            <a:ext cx="3400052" cy="36996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D26B63-E853-4F46-A052-2EB1CCB71ECC}"/>
              </a:ext>
            </a:extLst>
          </p:cNvPr>
          <p:cNvCxnSpPr>
            <a:cxnSpLocks/>
            <a:endCxn id="34" idx="1"/>
          </p:cNvCxnSpPr>
          <p:nvPr/>
        </p:nvCxnSpPr>
        <p:spPr bwMode="auto">
          <a:xfrm flipV="1">
            <a:off x="1262800" y="3244686"/>
            <a:ext cx="3400052" cy="37822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C5581D-56A6-426E-8B38-99E7C5EE98EF}"/>
              </a:ext>
            </a:extLst>
          </p:cNvPr>
          <p:cNvCxnSpPr>
            <a:cxnSpLocks/>
            <a:endCxn id="35" idx="1"/>
          </p:cNvCxnSpPr>
          <p:nvPr/>
        </p:nvCxnSpPr>
        <p:spPr bwMode="auto">
          <a:xfrm flipV="1">
            <a:off x="1262800" y="3661773"/>
            <a:ext cx="3400052" cy="4133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321472-0B26-48C9-ACFC-5EACF0EA2E96}"/>
              </a:ext>
            </a:extLst>
          </p:cNvPr>
          <p:cNvCxnSpPr>
            <a:cxnSpLocks/>
            <a:endCxn id="36" idx="1"/>
          </p:cNvCxnSpPr>
          <p:nvPr/>
        </p:nvCxnSpPr>
        <p:spPr bwMode="auto">
          <a:xfrm flipV="1">
            <a:off x="1262800" y="4093848"/>
            <a:ext cx="3417144" cy="30901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3DECBC-B0F7-430E-84EE-98752F68593A}"/>
              </a:ext>
            </a:extLst>
          </p:cNvPr>
          <p:cNvCxnSpPr>
            <a:cxnSpLocks/>
            <a:endCxn id="37" idx="1"/>
          </p:cNvCxnSpPr>
          <p:nvPr/>
        </p:nvCxnSpPr>
        <p:spPr bwMode="auto">
          <a:xfrm flipV="1">
            <a:off x="1262800" y="4507153"/>
            <a:ext cx="3434236" cy="20124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84EC59D-13EC-49CF-B4E6-C28DCF8E8DA3}"/>
              </a:ext>
            </a:extLst>
          </p:cNvPr>
          <p:cNvCxnSpPr>
            <a:cxnSpLocks/>
            <a:endCxn id="38" idx="1"/>
          </p:cNvCxnSpPr>
          <p:nvPr/>
        </p:nvCxnSpPr>
        <p:spPr bwMode="auto">
          <a:xfrm flipV="1">
            <a:off x="1262800" y="4922862"/>
            <a:ext cx="3420984" cy="7551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5BB2B5-F9D2-4B20-A251-E430A9EC35A2}"/>
              </a:ext>
            </a:extLst>
          </p:cNvPr>
          <p:cNvCxnSpPr>
            <a:cxnSpLocks/>
            <a:endCxn id="39" idx="1"/>
          </p:cNvCxnSpPr>
          <p:nvPr/>
        </p:nvCxnSpPr>
        <p:spPr bwMode="auto">
          <a:xfrm flipV="1">
            <a:off x="1262800" y="5368207"/>
            <a:ext cx="3419062" cy="5693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6A8C4B-4136-4D5F-AB5A-BAF3C418032E}"/>
              </a:ext>
            </a:extLst>
          </p:cNvPr>
          <p:cNvCxnSpPr>
            <a:cxnSpLocks/>
            <a:endCxn id="40" idx="1"/>
          </p:cNvCxnSpPr>
          <p:nvPr/>
        </p:nvCxnSpPr>
        <p:spPr bwMode="auto">
          <a:xfrm flipV="1">
            <a:off x="1262800" y="5786984"/>
            <a:ext cx="3417144" cy="2656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C84D7F-AFC3-4F1B-8423-2A8D4EB32190}"/>
              </a:ext>
            </a:extLst>
          </p:cNvPr>
          <p:cNvCxnSpPr>
            <a:cxnSpLocks/>
            <a:endCxn id="41" idx="1"/>
          </p:cNvCxnSpPr>
          <p:nvPr/>
        </p:nvCxnSpPr>
        <p:spPr bwMode="auto">
          <a:xfrm>
            <a:off x="1262800" y="6063628"/>
            <a:ext cx="3434235" cy="14501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6B3FFB-2EF6-44BD-8E5F-83B9CBC2021A}"/>
              </a:ext>
            </a:extLst>
          </p:cNvPr>
          <p:cNvSpPr txBox="1"/>
          <p:nvPr/>
        </p:nvSpPr>
        <p:spPr>
          <a:xfrm>
            <a:off x="4613245" y="1436509"/>
            <a:ext cx="7128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Cooperation with Professional Community 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C8FD2C-56CF-4B83-B09F-74E02C54F48B}"/>
              </a:ext>
            </a:extLst>
          </p:cNvPr>
          <p:cNvSpPr txBox="1"/>
          <p:nvPr/>
        </p:nvSpPr>
        <p:spPr>
          <a:xfrm>
            <a:off x="4615601" y="1868536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Corrections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5D24D1-FF74-4C4D-BBFC-48F6C96CDDFA}"/>
              </a:ext>
            </a:extLst>
          </p:cNvPr>
          <p:cNvSpPr txBox="1"/>
          <p:nvPr/>
        </p:nvSpPr>
        <p:spPr>
          <a:xfrm>
            <a:off x="4647244" y="2244061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E116B8-940E-4872-A9F2-0A61C2E49380}"/>
              </a:ext>
            </a:extLst>
          </p:cNvPr>
          <p:cNvSpPr txBox="1"/>
          <p:nvPr/>
        </p:nvSpPr>
        <p:spPr>
          <a:xfrm>
            <a:off x="4662852" y="2622570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Grapevine &amp; La Viña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C660E5-D69D-4199-B052-035919DEE0BE}"/>
              </a:ext>
            </a:extLst>
          </p:cNvPr>
          <p:cNvSpPr txBox="1"/>
          <p:nvPr/>
        </p:nvSpPr>
        <p:spPr>
          <a:xfrm>
            <a:off x="4662852" y="3013853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E6DEAC-59DD-44CA-BD28-C500E73960FE}"/>
              </a:ext>
            </a:extLst>
          </p:cNvPr>
          <p:cNvSpPr txBox="1"/>
          <p:nvPr/>
        </p:nvSpPr>
        <p:spPr>
          <a:xfrm>
            <a:off x="4662852" y="3430940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&amp; Admissions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735A26-708B-4300-849C-5C4CCBB822FA}"/>
              </a:ext>
            </a:extLst>
          </p:cNvPr>
          <p:cNvSpPr txBox="1"/>
          <p:nvPr/>
        </p:nvSpPr>
        <p:spPr>
          <a:xfrm>
            <a:off x="4679944" y="3863015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Information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D33EA8-AB1A-46FA-B3FE-6DA7F8D98C7A}"/>
              </a:ext>
            </a:extLst>
          </p:cNvPr>
          <p:cNvSpPr txBox="1"/>
          <p:nvPr/>
        </p:nvSpPr>
        <p:spPr>
          <a:xfrm>
            <a:off x="4697036" y="4276320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&amp; Charter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582FCA-CED9-4649-821D-38E4F5A4B6F1}"/>
              </a:ext>
            </a:extLst>
          </p:cNvPr>
          <p:cNvSpPr txBox="1"/>
          <p:nvPr/>
        </p:nvSpPr>
        <p:spPr>
          <a:xfrm>
            <a:off x="4683784" y="4692029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 &amp; Accessibilities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B469CF-082F-4892-92A3-FF4484017783}"/>
              </a:ext>
            </a:extLst>
          </p:cNvPr>
          <p:cNvSpPr txBox="1"/>
          <p:nvPr/>
        </p:nvSpPr>
        <p:spPr>
          <a:xfrm>
            <a:off x="4681862" y="5137374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Trustees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E15D72-6ADD-4EC5-898E-CC65A88B7E92}"/>
              </a:ext>
            </a:extLst>
          </p:cNvPr>
          <p:cNvSpPr txBox="1"/>
          <p:nvPr/>
        </p:nvSpPr>
        <p:spPr>
          <a:xfrm>
            <a:off x="4679944" y="5556151"/>
            <a:ext cx="5058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Archives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B7B042-0423-4C4C-BF1A-B4569F1F60D2}"/>
              </a:ext>
            </a:extLst>
          </p:cNvPr>
          <p:cNvSpPr txBox="1"/>
          <p:nvPr/>
        </p:nvSpPr>
        <p:spPr>
          <a:xfrm>
            <a:off x="4697035" y="5977807"/>
            <a:ext cx="6885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Conventions/Regional Forums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D301CA-927B-4958-88A9-653518074461}"/>
              </a:ext>
            </a:extLst>
          </p:cNvPr>
          <p:cNvSpPr txBox="1"/>
          <p:nvPr/>
        </p:nvSpPr>
        <p:spPr>
          <a:xfrm>
            <a:off x="8574375" y="2098989"/>
            <a:ext cx="3167052" cy="13234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</a:p>
          <a:p>
            <a:pPr algn="ctr"/>
            <a:r>
              <a:rPr lang="en-US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Agenda </a:t>
            </a:r>
            <a:r>
              <a:rPr lang="en-US" sz="4000" b="1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Iems</a:t>
            </a:r>
            <a:endParaRPr lang="en-US" sz="40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C65F79F-BE32-4F82-B045-4B1467ECC2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4" r="11405" b="11304"/>
          <a:stretch/>
        </p:blipFill>
        <p:spPr>
          <a:xfrm>
            <a:off x="9759362" y="3832094"/>
            <a:ext cx="793677" cy="128016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B1C291FE-B852-4AE8-B37B-4AD0EA74B743}"/>
              </a:ext>
            </a:extLst>
          </p:cNvPr>
          <p:cNvCxnSpPr>
            <a:cxnSpLocks/>
            <a:stCxn id="65" idx="1"/>
          </p:cNvCxnSpPr>
          <p:nvPr/>
        </p:nvCxnSpPr>
        <p:spPr bwMode="auto">
          <a:xfrm rot="10800000">
            <a:off x="6997776" y="3193398"/>
            <a:ext cx="2761587" cy="1278776"/>
          </a:xfrm>
          <a:prstGeom prst="curvedConnector3">
            <a:avLst>
              <a:gd name="adj1" fmla="val 43762"/>
            </a:avLst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5815D1DE-68BC-4E24-892C-D3E2A291B33B}"/>
              </a:ext>
            </a:extLst>
          </p:cNvPr>
          <p:cNvSpPr/>
          <p:nvPr/>
        </p:nvSpPr>
        <p:spPr bwMode="auto">
          <a:xfrm>
            <a:off x="1580754" y="265306"/>
            <a:ext cx="2111741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8B4690E-451E-4CA9-AD67-81B554D9AE16}"/>
              </a:ext>
            </a:extLst>
          </p:cNvPr>
          <p:cNvSpPr/>
          <p:nvPr/>
        </p:nvSpPr>
        <p:spPr bwMode="auto">
          <a:xfrm>
            <a:off x="1947912" y="1153592"/>
            <a:ext cx="1159979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6DBC77E-6C81-443F-9CE0-89F414DAF19E}"/>
              </a:ext>
            </a:extLst>
          </p:cNvPr>
          <p:cNvSpPr/>
          <p:nvPr/>
        </p:nvSpPr>
        <p:spPr bwMode="auto">
          <a:xfrm>
            <a:off x="1947912" y="1619855"/>
            <a:ext cx="1159979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3D11DEB-6E19-430D-BFF3-36C59313870B}"/>
              </a:ext>
            </a:extLst>
          </p:cNvPr>
          <p:cNvSpPr/>
          <p:nvPr/>
        </p:nvSpPr>
        <p:spPr bwMode="auto">
          <a:xfrm>
            <a:off x="1937923" y="2142286"/>
            <a:ext cx="1159979" cy="14874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076AA37-4A1D-45EF-8845-071670964F0D}"/>
              </a:ext>
            </a:extLst>
          </p:cNvPr>
          <p:cNvSpPr/>
          <p:nvPr/>
        </p:nvSpPr>
        <p:spPr bwMode="auto">
          <a:xfrm>
            <a:off x="1913336" y="690763"/>
            <a:ext cx="1159979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1FBFD589-E22C-4065-9FAC-BA752EA7890A}"/>
              </a:ext>
            </a:extLst>
          </p:cNvPr>
          <p:cNvCxnSpPr>
            <a:cxnSpLocks/>
            <a:endCxn id="88" idx="2"/>
          </p:cNvCxnSpPr>
          <p:nvPr/>
        </p:nvCxnSpPr>
        <p:spPr bwMode="auto">
          <a:xfrm rot="5400000">
            <a:off x="1119037" y="1297346"/>
            <a:ext cx="1738201" cy="100427"/>
          </a:xfrm>
          <a:prstGeom prst="curvedConnector4">
            <a:avLst>
              <a:gd name="adj1" fmla="val -7485"/>
              <a:gd name="adj2" fmla="val 327628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7C280CEA-9A0E-47FE-AA5C-7E04DFDED165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306881" y="1418189"/>
            <a:ext cx="1334682" cy="278575"/>
          </a:xfrm>
          <a:prstGeom prst="curvedConnector3">
            <a:avLst>
              <a:gd name="adj1" fmla="val -9947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3A8E51E1-3D86-4294-8168-EE3A67F18EBC}"/>
              </a:ext>
            </a:extLst>
          </p:cNvPr>
          <p:cNvCxnSpPr>
            <a:cxnSpLocks/>
            <a:endCxn id="88" idx="1"/>
          </p:cNvCxnSpPr>
          <p:nvPr/>
        </p:nvCxnSpPr>
        <p:spPr bwMode="auto">
          <a:xfrm rot="5400000">
            <a:off x="1763436" y="1691923"/>
            <a:ext cx="816509" cy="127784"/>
          </a:xfrm>
          <a:prstGeom prst="curvedConnector3">
            <a:avLst>
              <a:gd name="adj1" fmla="val -21160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3DBC68C3-ED95-41F5-B5AC-E1E3BBE55888}"/>
              </a:ext>
            </a:extLst>
          </p:cNvPr>
          <p:cNvCxnSpPr>
            <a:cxnSpLocks/>
            <a:endCxn id="88" idx="7"/>
          </p:cNvCxnSpPr>
          <p:nvPr/>
        </p:nvCxnSpPr>
        <p:spPr bwMode="auto">
          <a:xfrm rot="16200000" flipH="1">
            <a:off x="2677353" y="1913395"/>
            <a:ext cx="408255" cy="93094"/>
          </a:xfrm>
          <a:prstGeom prst="curvedConnector3">
            <a:avLst>
              <a:gd name="adj1" fmla="val -4828"/>
            </a:avLst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46405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500"/>
                            </p:stCondLst>
                            <p:childTnLst>
                              <p:par>
                                <p:cTn id="1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0"/>
                            </p:stCondLst>
                            <p:childTnLst>
                              <p:par>
                                <p:cTn id="1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500"/>
                            </p:stCondLst>
                            <p:childTnLst>
                              <p:par>
                                <p:cTn id="1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0"/>
                            </p:stCondLst>
                            <p:childTnLst>
                              <p:par>
                                <p:cTn id="1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500"/>
                            </p:stCondLst>
                            <p:childTnLst>
                              <p:par>
                                <p:cTn id="16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/>
      <p:bldP spid="31" grpId="0"/>
      <p:bldP spid="32" grpId="0"/>
      <p:bldP spid="6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227D993D-3279-44F6-AAFF-C6FCCDD5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</p:spPr>
        <p:txBody>
          <a:bodyPr anchor="ctr" anchorCtr="1"/>
          <a:lstStyle/>
          <a:p>
            <a:r>
              <a:rPr lang="en-US" sz="6600" dirty="0">
                <a:ln w="11430"/>
                <a:solidFill>
                  <a:srgbClr val="00FFCC"/>
                </a:solidFill>
                <a:latin typeface="Times New Roman" pitchFamily="18" charset="0"/>
              </a:rPr>
              <a:t>Communication by Website</a:t>
            </a:r>
            <a:br>
              <a:rPr lang="en-US" dirty="0">
                <a:ln w="11430"/>
                <a:solidFill>
                  <a:srgbClr val="00FFCC"/>
                </a:solidFill>
                <a:latin typeface="Times New Roman" pitchFamily="18" charset="0"/>
              </a:rPr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C120FC-2774-4E18-8470-0F3C918CB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177" y="1326452"/>
            <a:ext cx="9425646" cy="53035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62F183-C837-4CFE-80BA-538D55EAC3AA}"/>
              </a:ext>
            </a:extLst>
          </p:cNvPr>
          <p:cNvSpPr txBox="1"/>
          <p:nvPr/>
        </p:nvSpPr>
        <p:spPr>
          <a:xfrm>
            <a:off x="4302178" y="4946773"/>
            <a:ext cx="2623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msca09aa.org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76D2F3-5F4D-4838-BEEB-42161B1FB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248" y="4434268"/>
            <a:ext cx="3377565" cy="219456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7405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227D993D-3279-44F6-AAFF-C6FCCDD5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</p:spPr>
        <p:txBody>
          <a:bodyPr anchor="ctr" anchorCtr="1"/>
          <a:lstStyle/>
          <a:p>
            <a:r>
              <a:rPr lang="en-US" sz="66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Accessing Final Agenda Items</a:t>
            </a:r>
            <a:br>
              <a:rPr lang="en-US" dirty="0">
                <a:ln w="11430"/>
                <a:solidFill>
                  <a:srgbClr val="00FFCC"/>
                </a:solidFill>
                <a:latin typeface="Times New Roman" pitchFamily="18" charset="0"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22476F-8CA0-4342-8A29-0ACB86C1D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33" y="1255427"/>
            <a:ext cx="11733333" cy="5209524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FF1B9832-DB2D-4FC2-AFCD-C25701D359CE}"/>
              </a:ext>
            </a:extLst>
          </p:cNvPr>
          <p:cNvSpPr/>
          <p:nvPr/>
        </p:nvSpPr>
        <p:spPr bwMode="auto">
          <a:xfrm>
            <a:off x="5961088" y="1705132"/>
            <a:ext cx="2111741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37AE97-2849-4810-B0FD-5C35DB3CED36}"/>
              </a:ext>
            </a:extLst>
          </p:cNvPr>
          <p:cNvSpPr/>
          <p:nvPr/>
        </p:nvSpPr>
        <p:spPr bwMode="auto">
          <a:xfrm>
            <a:off x="9410699" y="5426436"/>
            <a:ext cx="2111741" cy="130414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86EF5B-C776-4AD4-AE9D-7A918A6B8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10" y="2398427"/>
            <a:ext cx="1342857" cy="1371429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</p:spTree>
    <p:extLst>
      <p:ext uri="{BB962C8B-B14F-4D97-AF65-F5344CB8AC3E}">
        <p14:creationId xmlns:p14="http://schemas.microsoft.com/office/powerpoint/2010/main" val="245139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93FA-A42C-4444-A826-D8B947D4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Agenda Items Publicly Available</a:t>
            </a:r>
            <a:endParaRPr lang="en-US" sz="5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4F3B65-DF8A-4224-BB77-E5EF157CE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52" y="1267495"/>
            <a:ext cx="11638095" cy="5361905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62C2998-9838-4A02-ACAA-7F27B45F3C9A}"/>
              </a:ext>
            </a:extLst>
          </p:cNvPr>
          <p:cNvSpPr/>
          <p:nvPr/>
        </p:nvSpPr>
        <p:spPr bwMode="auto">
          <a:xfrm>
            <a:off x="5428538" y="2687947"/>
            <a:ext cx="2111741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274443-B854-462F-8904-4A74B0E58911}"/>
              </a:ext>
            </a:extLst>
          </p:cNvPr>
          <p:cNvSpPr/>
          <p:nvPr/>
        </p:nvSpPr>
        <p:spPr bwMode="auto">
          <a:xfrm>
            <a:off x="5985673" y="1678723"/>
            <a:ext cx="2111741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098167-78B9-4EAC-BE56-BFECA7ACA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10495"/>
            <a:ext cx="1342857" cy="1371429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</p:spTree>
    <p:extLst>
      <p:ext uri="{BB962C8B-B14F-4D97-AF65-F5344CB8AC3E}">
        <p14:creationId xmlns:p14="http://schemas.microsoft.com/office/powerpoint/2010/main" val="264278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1952-EEC6-4DF1-87F2-C44573722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A3FB56-023D-46F4-AA1A-783078B6B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/>
          <a:stretch/>
        </p:blipFill>
        <p:spPr>
          <a:xfrm>
            <a:off x="493360" y="425302"/>
            <a:ext cx="11205280" cy="5577840"/>
          </a:xfrm>
          <a:ln w="38100">
            <a:solidFill>
              <a:srgbClr val="FFFF00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7D8DB50-7404-47C6-A442-94C22A0F053B}"/>
              </a:ext>
            </a:extLst>
          </p:cNvPr>
          <p:cNvSpPr/>
          <p:nvPr/>
        </p:nvSpPr>
        <p:spPr bwMode="auto">
          <a:xfrm>
            <a:off x="1828807" y="3259648"/>
            <a:ext cx="5595915" cy="53737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7C7CD9-A90D-4B1D-AC2E-4D867F50B583}"/>
              </a:ext>
            </a:extLst>
          </p:cNvPr>
          <p:cNvSpPr/>
          <p:nvPr/>
        </p:nvSpPr>
        <p:spPr bwMode="auto">
          <a:xfrm>
            <a:off x="1828807" y="3725039"/>
            <a:ext cx="5595915" cy="537379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8B811-C2EC-4222-9F5D-F71CD6D162C5}"/>
              </a:ext>
            </a:extLst>
          </p:cNvPr>
          <p:cNvSpPr txBox="1"/>
          <p:nvPr/>
        </p:nvSpPr>
        <p:spPr>
          <a:xfrm>
            <a:off x="2218951" y="4727809"/>
            <a:ext cx="55959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https://www.dropbox.com/s/6xp5ur6xg1ymd8s/%2471st%20GSC%20Final%20List%20of%20Agenda%20Items%20with%20strikeout%20%28English%29.rtf?dl=0</a:t>
            </a:r>
            <a:endParaRPr lang="en-US" sz="1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67396-ACA6-4874-81D8-2A94E81DBE0D}"/>
              </a:ext>
            </a:extLst>
          </p:cNvPr>
          <p:cNvSpPr txBox="1"/>
          <p:nvPr/>
        </p:nvSpPr>
        <p:spPr>
          <a:xfrm>
            <a:off x="585223" y="4635475"/>
            <a:ext cx="1584960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</a:p>
          <a:p>
            <a:pPr algn="ctr"/>
            <a:r>
              <a:rPr lang="en-US" sz="2000" b="1" strike="sngStrik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</a:t>
            </a:r>
          </a:p>
        </p:txBody>
      </p:sp>
    </p:spTree>
    <p:extLst>
      <p:ext uri="{BB962C8B-B14F-4D97-AF65-F5344CB8AC3E}">
        <p14:creationId xmlns:p14="http://schemas.microsoft.com/office/powerpoint/2010/main" val="352563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B5720B-4F18-4DEB-BC18-3A84E5DEEBD2}"/>
              </a:ext>
            </a:extLst>
          </p:cNvPr>
          <p:cNvSpPr txBox="1"/>
          <p:nvPr/>
        </p:nvSpPr>
        <p:spPr>
          <a:xfrm>
            <a:off x="381000" y="5793154"/>
            <a:ext cx="52795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https://www.dropbox.com/s/eye8jolsokfsx1m/%2471st%20GSC%20Final%20List%20of%20Agenda%20Items%20%28English%29.2-4-2021.pdf?dl=0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951D7-E9F5-406F-9A3E-83608763F124}"/>
              </a:ext>
            </a:extLst>
          </p:cNvPr>
          <p:cNvSpPr txBox="1"/>
          <p:nvPr/>
        </p:nvSpPr>
        <p:spPr>
          <a:xfrm>
            <a:off x="6193972" y="5758544"/>
            <a:ext cx="56170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CC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https://www.dropbox.com/s/cbdrvnvpxj50257/%2471st%20GSC%20Final%20List%20of%20Agenda%20Items%20%28Spanish%29.2-9-2021.pdf?dl=0</a:t>
            </a:r>
            <a:endParaRPr lang="en-US" dirty="0">
              <a:solidFill>
                <a:srgbClr val="FFCC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6BE99-4AA2-43D4-AED0-1C5B7ACE5545}"/>
              </a:ext>
            </a:extLst>
          </p:cNvPr>
          <p:cNvSpPr txBox="1"/>
          <p:nvPr/>
        </p:nvSpPr>
        <p:spPr>
          <a:xfrm>
            <a:off x="381000" y="4909457"/>
            <a:ext cx="222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677FD3-0D14-4A88-95A9-05C9E4B4615A}"/>
              </a:ext>
            </a:extLst>
          </p:cNvPr>
          <p:cNvSpPr txBox="1"/>
          <p:nvPr/>
        </p:nvSpPr>
        <p:spPr>
          <a:xfrm>
            <a:off x="9361714" y="4844143"/>
            <a:ext cx="222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Spanish</a:t>
            </a:r>
            <a:endParaRPr lang="en-US" b="1" dirty="0">
              <a:solidFill>
                <a:srgbClr val="FF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DC48AF-3662-481E-BB91-8FC42B47CC8C}"/>
              </a:ext>
            </a:extLst>
          </p:cNvPr>
          <p:cNvSpPr txBox="1"/>
          <p:nvPr/>
        </p:nvSpPr>
        <p:spPr>
          <a:xfrm>
            <a:off x="381000" y="916468"/>
            <a:ext cx="2443390" cy="138499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Items</a:t>
            </a:r>
          </a:p>
          <a:p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Publicly</a:t>
            </a:r>
          </a:p>
          <a:p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endParaRPr lang="en-US" sz="3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0D0577-6550-46E9-815A-189B97D58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737" y="503869"/>
            <a:ext cx="5865749" cy="512064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BF91C0-B7EC-4891-BFF1-0F29A5F1A9AA}"/>
              </a:ext>
            </a:extLst>
          </p:cNvPr>
          <p:cNvSpPr txBox="1"/>
          <p:nvPr/>
        </p:nvSpPr>
        <p:spPr>
          <a:xfrm>
            <a:off x="9679577" y="1793631"/>
            <a:ext cx="1584960" cy="1015663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</a:p>
          <a:p>
            <a:pPr algn="ctr"/>
            <a:r>
              <a:rPr lang="en-US" sz="2000" b="1" strike="sngStrik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</a:t>
            </a:r>
          </a:p>
        </p:txBody>
      </p:sp>
    </p:spTree>
    <p:extLst>
      <p:ext uri="{BB962C8B-B14F-4D97-AF65-F5344CB8AC3E}">
        <p14:creationId xmlns:p14="http://schemas.microsoft.com/office/powerpoint/2010/main" val="139257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8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B090-C64D-4721-9986-AF0607C9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01180"/>
            <a:ext cx="10972800" cy="1143000"/>
          </a:xfrm>
        </p:spPr>
        <p:txBody>
          <a:bodyPr/>
          <a:lstStyle/>
          <a:p>
            <a:r>
              <a:rPr lang="en-US" sz="6600" dirty="0">
                <a:ln w="11430"/>
                <a:solidFill>
                  <a:srgbClr val="00FFCC"/>
                </a:solidFill>
                <a:latin typeface="Times New Roman" pitchFamily="18" charset="0"/>
              </a:rPr>
              <a:t>Confidential Reso</a:t>
            </a:r>
            <a:r>
              <a:rPr lang="en-US" sz="6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CDF93-4214-44F2-9A60-1A4679E7B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85610"/>
            <a:ext cx="10972800" cy="4495800"/>
          </a:xfrm>
        </p:spPr>
        <p:txBody>
          <a:bodyPr/>
          <a:lstStyle/>
          <a:p>
            <a:pPr>
              <a:lnSpc>
                <a:spcPts val="5000"/>
              </a:lnSpc>
            </a:pP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 Report-back:</a:t>
            </a:r>
            <a:endParaRPr lang="en-US" sz="3600" baseline="30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0"/>
              </a:lnSpc>
            </a:pP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 Final Conference </a:t>
            </a:r>
          </a:p>
          <a:p>
            <a:pPr marL="0" indent="0">
              <a:lnSpc>
                <a:spcPts val="2700"/>
              </a:lnSpc>
              <a:buNone/>
            </a:pP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Report: </a:t>
            </a:r>
          </a:p>
          <a:p>
            <a:pPr>
              <a:lnSpc>
                <a:spcPts val="5000"/>
              </a:lnSpc>
            </a:pP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English Background Information since February 15</a:t>
            </a:r>
            <a:r>
              <a:rPr lang="en-US" sz="3600" baseline="30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endParaRPr lang="en-US" sz="3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0"/>
              </a:lnSpc>
            </a:pP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Spanish Background Information March 7</a:t>
            </a:r>
            <a:r>
              <a:rPr lang="en-US" sz="3600" baseline="30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12</a:t>
            </a:r>
            <a:r>
              <a:rPr lang="en-US" sz="3600" baseline="30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aseline="30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0"/>
              </a:lnSpc>
            </a:pP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Tabulated Summaries, pertinent questions on March 1</a:t>
            </a:r>
            <a:r>
              <a:rPr lang="en-US" sz="3600" baseline="30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</a:p>
          <a:p>
            <a:pPr>
              <a:lnSpc>
                <a:spcPts val="5000"/>
              </a:lnSpc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Forms</a:t>
            </a: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primary feedback on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6</a:t>
            </a:r>
            <a:r>
              <a:rPr lang="en-US" sz="36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5000"/>
              </a:lnSpc>
            </a:pPr>
            <a:r>
              <a:rPr lang="en-US" sz="3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 Report-backs with faces, first one on May 4</a:t>
            </a:r>
            <a:r>
              <a:rPr lang="en-US" sz="3600" baseline="30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</a:p>
          <a:p>
            <a:pPr>
              <a:lnSpc>
                <a:spcPts val="5000"/>
              </a:lnSpc>
            </a:pPr>
            <a:endParaRPr lang="en-US" sz="3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EF88E-B148-4B5B-8BD9-6750E4BB7726}"/>
              </a:ext>
            </a:extLst>
          </p:cNvPr>
          <p:cNvSpPr txBox="1"/>
          <p:nvPr/>
        </p:nvSpPr>
        <p:spPr>
          <a:xfrm>
            <a:off x="4537660" y="921900"/>
            <a:ext cx="6836735" cy="825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 dirty="0">
                <a:solidFill>
                  <a:srgbClr val="00CC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https://www.dropbox.com/s/lnwd48lrrk1y2sx/%232020%20Report%20Back%20Brainstorm.Final.July%207%2C2020.pdf?dl=0</a:t>
            </a:r>
            <a:endParaRPr lang="en-US" sz="2800" dirty="0">
              <a:solidFill>
                <a:srgbClr val="00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18072-6F8E-4471-B915-1F7CBFB6A3B0}"/>
              </a:ext>
            </a:extLst>
          </p:cNvPr>
          <p:cNvSpPr txBox="1"/>
          <p:nvPr/>
        </p:nvSpPr>
        <p:spPr>
          <a:xfrm>
            <a:off x="5214720" y="1870294"/>
            <a:ext cx="6836735" cy="1222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 dirty="0">
                <a:solidFill>
                  <a:srgbClr val="00CC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https://www.dropbox.com/s/mqzvloivktumsrs/%2370th%20GSC%20Final%20Report%20%28Anonymity%20Protected%29%20-%20English.pdf?dl=0</a:t>
            </a:r>
            <a:endParaRPr lang="en-US" sz="2000" dirty="0">
              <a:solidFill>
                <a:srgbClr val="00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95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FAA72A-3A0B-495A-9F5E-289ED3678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1384749"/>
            <a:ext cx="11780952" cy="5238095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227D993D-3279-44F6-AAFF-C6FCCDD5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</p:spPr>
        <p:txBody>
          <a:bodyPr anchor="ctr" anchorCtr="1"/>
          <a:lstStyle/>
          <a:p>
            <a:r>
              <a:rPr lang="en-US" sz="66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Accessing Confidential Items</a:t>
            </a:r>
            <a:br>
              <a:rPr lang="en-US" dirty="0">
                <a:ln w="11430"/>
                <a:solidFill>
                  <a:srgbClr val="00FFCC"/>
                </a:solidFill>
                <a:latin typeface="Times New Roman" pitchFamily="18" charset="0"/>
              </a:rPr>
            </a:b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F1B9832-DB2D-4FC2-AFCD-C25701D359CE}"/>
              </a:ext>
            </a:extLst>
          </p:cNvPr>
          <p:cNvSpPr/>
          <p:nvPr/>
        </p:nvSpPr>
        <p:spPr bwMode="auto">
          <a:xfrm>
            <a:off x="4977359" y="1332251"/>
            <a:ext cx="958969" cy="37475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4FED57-B65E-44EC-8A5F-2975FA194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353" y="2468671"/>
            <a:ext cx="1342857" cy="1371429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DCC623-4CA9-41B2-9DE8-31F846FAF61B}"/>
              </a:ext>
            </a:extLst>
          </p:cNvPr>
          <p:cNvSpPr txBox="1"/>
          <p:nvPr/>
        </p:nvSpPr>
        <p:spPr>
          <a:xfrm>
            <a:off x="1027485" y="2323389"/>
            <a:ext cx="1853783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n w="11430"/>
                <a:solidFill>
                  <a:srgbClr val="FF0000"/>
                </a:solidFill>
                <a:latin typeface="Times New Roman" pitchFamily="18" charset="0"/>
              </a:rPr>
              <a:t>Confidential Information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EA7D2F-5BE0-4D8B-9EDF-AA1474358A44}"/>
              </a:ext>
            </a:extLst>
          </p:cNvPr>
          <p:cNvCxnSpPr>
            <a:cxnSpLocks/>
          </p:cNvCxnSpPr>
          <p:nvPr/>
        </p:nvCxnSpPr>
        <p:spPr bwMode="auto">
          <a:xfrm flipV="1">
            <a:off x="2881268" y="2320077"/>
            <a:ext cx="1241027" cy="41881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A875D37-C0C0-4AD8-BBDB-C70C15F14E86}"/>
              </a:ext>
            </a:extLst>
          </p:cNvPr>
          <p:cNvSpPr/>
          <p:nvPr/>
        </p:nvSpPr>
        <p:spPr bwMode="auto">
          <a:xfrm>
            <a:off x="3612630" y="1773066"/>
            <a:ext cx="1663908" cy="48095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ED2D6E-76C7-4FE3-8E10-29CB48CA6CAE}"/>
              </a:ext>
            </a:extLst>
          </p:cNvPr>
          <p:cNvCxnSpPr>
            <a:cxnSpLocks/>
          </p:cNvCxnSpPr>
          <p:nvPr/>
        </p:nvCxnSpPr>
        <p:spPr bwMode="auto">
          <a:xfrm>
            <a:off x="4812468" y="1139253"/>
            <a:ext cx="6310234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49991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AE50-06F4-43F4-A9CE-F68AEF51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Accessing Confidential Information</a:t>
            </a:r>
            <a:endParaRPr lang="en-US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FBE1D8-3337-449B-9E06-680A75EB4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81" b="4986"/>
          <a:stretch/>
        </p:blipFill>
        <p:spPr>
          <a:xfrm>
            <a:off x="731520" y="1371600"/>
            <a:ext cx="10728960" cy="5029201"/>
          </a:xfrm>
          <a:ln w="38100">
            <a:solidFill>
              <a:srgbClr val="FFFF00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D24B737-58C1-41EE-AA66-6F392D663E3F}"/>
              </a:ext>
            </a:extLst>
          </p:cNvPr>
          <p:cNvSpPr/>
          <p:nvPr/>
        </p:nvSpPr>
        <p:spPr bwMode="auto">
          <a:xfrm>
            <a:off x="1531086" y="2955869"/>
            <a:ext cx="3040913" cy="669851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39528-80E7-409F-A8D4-A7FC30AB1172}"/>
              </a:ext>
            </a:extLst>
          </p:cNvPr>
          <p:cNvSpPr txBox="1"/>
          <p:nvPr/>
        </p:nvSpPr>
        <p:spPr>
          <a:xfrm>
            <a:off x="1531086" y="2955869"/>
            <a:ext cx="2934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area09</a:t>
            </a:r>
            <a:r>
              <a:rPr lang="en-US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anel70</a:t>
            </a:r>
          </a:p>
        </p:txBody>
      </p:sp>
    </p:spTree>
    <p:extLst>
      <p:ext uri="{BB962C8B-B14F-4D97-AF65-F5344CB8AC3E}">
        <p14:creationId xmlns:p14="http://schemas.microsoft.com/office/powerpoint/2010/main" val="268374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340A-AC0B-4D04-BA0D-C0ED6030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3670"/>
            <a:ext cx="10972800" cy="1143000"/>
          </a:xfrm>
        </p:spPr>
        <p:txBody>
          <a:bodyPr/>
          <a:lstStyle/>
          <a:p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Navigating Background Information</a:t>
            </a:r>
            <a:endParaRPr lang="en-US" sz="5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FAB53C-22F2-4DFA-A74D-795E5B781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33" y="1460789"/>
            <a:ext cx="10666667" cy="5228571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05208B-C442-4073-AA04-6C1D0190A6A1}"/>
              </a:ext>
            </a:extLst>
          </p:cNvPr>
          <p:cNvSpPr txBox="1"/>
          <p:nvPr/>
        </p:nvSpPr>
        <p:spPr>
          <a:xfrm>
            <a:off x="963114" y="1446551"/>
            <a:ext cx="2604544" cy="830997"/>
          </a:xfrm>
          <a:prstGeom prst="rect">
            <a:avLst/>
          </a:prstGeom>
          <a:solidFill>
            <a:schemeClr val="tx1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Bookmarks to Documents 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593C53-7995-4B09-99E1-44FF2D2F7483}"/>
              </a:ext>
            </a:extLst>
          </p:cNvPr>
          <p:cNvSpPr/>
          <p:nvPr/>
        </p:nvSpPr>
        <p:spPr bwMode="auto">
          <a:xfrm>
            <a:off x="1451545" y="5457171"/>
            <a:ext cx="1876268" cy="48455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3DA5F9-CFF6-4327-919B-31F9A235157E}"/>
              </a:ext>
            </a:extLst>
          </p:cNvPr>
          <p:cNvSpPr txBox="1"/>
          <p:nvPr/>
        </p:nvSpPr>
        <p:spPr>
          <a:xfrm>
            <a:off x="9383843" y="4236022"/>
            <a:ext cx="2048656" cy="830997"/>
          </a:xfrm>
          <a:prstGeom prst="rect">
            <a:avLst/>
          </a:prstGeom>
          <a:solidFill>
            <a:schemeClr val="tx1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Links to 37 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Items 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FC1BB4-C71E-4EA0-A38C-5827251EAEA2}"/>
              </a:ext>
            </a:extLst>
          </p:cNvPr>
          <p:cNvCxnSpPr>
            <a:cxnSpLocks/>
          </p:cNvCxnSpPr>
          <p:nvPr/>
        </p:nvCxnSpPr>
        <p:spPr bwMode="auto">
          <a:xfrm flipH="1">
            <a:off x="9863528" y="5067019"/>
            <a:ext cx="544643" cy="39015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82C941-4F73-4BBE-9A7C-335FECA3F2BE}"/>
              </a:ext>
            </a:extLst>
          </p:cNvPr>
          <p:cNvCxnSpPr>
            <a:cxnSpLocks/>
          </p:cNvCxnSpPr>
          <p:nvPr/>
        </p:nvCxnSpPr>
        <p:spPr bwMode="auto">
          <a:xfrm>
            <a:off x="2389679" y="2291786"/>
            <a:ext cx="0" cy="311966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5812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62F8-E756-4CCF-A88D-5582E101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072"/>
            <a:ext cx="10972800" cy="1143000"/>
          </a:xfrm>
        </p:spPr>
        <p:txBody>
          <a:bodyPr/>
          <a:lstStyle/>
          <a:p>
            <a:pPr algn="r"/>
            <a:r>
              <a:rPr lang="en-US" sz="4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Background Information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6F587-8B66-4E2C-9BC0-641EA8300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81" y="228600"/>
            <a:ext cx="3633448" cy="32918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007F4F-A283-450E-ADA9-D90771BB7DD4}"/>
              </a:ext>
            </a:extLst>
          </p:cNvPr>
          <p:cNvSpPr/>
          <p:nvPr/>
        </p:nvSpPr>
        <p:spPr bwMode="auto">
          <a:xfrm>
            <a:off x="594774" y="901148"/>
            <a:ext cx="3419061" cy="1325217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97F61-DA96-4500-8EA4-9C94A5EB2DD5}"/>
              </a:ext>
            </a:extLst>
          </p:cNvPr>
          <p:cNvSpPr txBox="1"/>
          <p:nvPr/>
        </p:nvSpPr>
        <p:spPr>
          <a:xfrm>
            <a:off x="4243048" y="1255068"/>
            <a:ext cx="3019143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Trustee Committee 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deliberations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560ED-61E0-4B3B-9707-F5F3C586D98D}"/>
              </a:ext>
            </a:extLst>
          </p:cNvPr>
          <p:cNvSpPr txBox="1"/>
          <p:nvPr/>
        </p:nvSpPr>
        <p:spPr>
          <a:xfrm>
            <a:off x="1095259" y="4401307"/>
            <a:ext cx="3025770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Letter(s) introducing 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Items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20644E-E686-41C9-B2AB-CEA263CB0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725" y="1563756"/>
            <a:ext cx="3198675" cy="32918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DEC600A-83BB-496C-B287-42492A340E5B}"/>
              </a:ext>
            </a:extLst>
          </p:cNvPr>
          <p:cNvSpPr/>
          <p:nvPr/>
        </p:nvSpPr>
        <p:spPr bwMode="auto">
          <a:xfrm>
            <a:off x="8481392" y="2506159"/>
            <a:ext cx="3021496" cy="1407034"/>
          </a:xfrm>
          <a:prstGeom prst="rect">
            <a:avLst/>
          </a:prstGeom>
          <a:noFill/>
          <a:ln w="38100" cap="flat" cmpd="sng" algn="ctr">
            <a:solidFill>
              <a:srgbClr val="00FF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7294D6-1BDA-43B1-B960-4372E30145E4}"/>
              </a:ext>
            </a:extLst>
          </p:cNvPr>
          <p:cNvSpPr txBox="1"/>
          <p:nvPr/>
        </p:nvSpPr>
        <p:spPr>
          <a:xfrm>
            <a:off x="8473490" y="4967002"/>
            <a:ext cx="3019143" cy="1200329"/>
          </a:xfrm>
          <a:prstGeom prst="rect">
            <a:avLst/>
          </a:prstGeom>
          <a:solidFill>
            <a:schemeClr val="tx1"/>
          </a:solidFill>
          <a:ln w="38100">
            <a:solidFill>
              <a:srgbClr val="00FF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Pertinent parts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highlighted to help you study info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7344C3-FAA0-4C85-BA1D-CA92A746128F}"/>
              </a:ext>
            </a:extLst>
          </p:cNvPr>
          <p:cNvSpPr/>
          <p:nvPr/>
        </p:nvSpPr>
        <p:spPr bwMode="auto">
          <a:xfrm>
            <a:off x="11046119" y="1421380"/>
            <a:ext cx="536281" cy="558374"/>
          </a:xfrm>
          <a:prstGeom prst="ellipse">
            <a:avLst/>
          </a:prstGeom>
          <a:noFill/>
          <a:ln w="28575" cap="flat" cmpd="sng" algn="ctr">
            <a:solidFill>
              <a:srgbClr val="00FF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D29B5AC-F179-4015-B40E-18707048E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279" y="2506159"/>
            <a:ext cx="3350432" cy="33832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6C968B1-76A8-447C-94B6-5850BB756868}"/>
              </a:ext>
            </a:extLst>
          </p:cNvPr>
          <p:cNvSpPr/>
          <p:nvPr/>
        </p:nvSpPr>
        <p:spPr bwMode="auto">
          <a:xfrm>
            <a:off x="4497964" y="3960873"/>
            <a:ext cx="3419061" cy="140703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F9B1867-E924-4BD7-83FC-5F7A97740CFC}"/>
              </a:ext>
            </a:extLst>
          </p:cNvPr>
          <p:cNvSpPr/>
          <p:nvPr/>
        </p:nvSpPr>
        <p:spPr bwMode="auto">
          <a:xfrm>
            <a:off x="7382111" y="2616803"/>
            <a:ext cx="536281" cy="55837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02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5" grpId="0" animBg="1"/>
      <p:bldP spid="16" grpId="0" animBg="1"/>
      <p:bldP spid="17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8A9566-A66F-4562-AB9B-1A645BE0A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043" y="1180401"/>
            <a:ext cx="5728119" cy="530352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111952-EEC6-4DF1-87F2-C445737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8680"/>
            <a:ext cx="10972800" cy="1143000"/>
          </a:xfrm>
        </p:spPr>
        <p:txBody>
          <a:bodyPr/>
          <a:lstStyle/>
          <a:p>
            <a:r>
              <a:rPr lang="en-US" sz="4800" dirty="0">
                <a:ln w="11430"/>
                <a:solidFill>
                  <a:srgbClr val="00FFCC"/>
                </a:solidFill>
                <a:latin typeface="Times New Roman" pitchFamily="18" charset="0"/>
              </a:rPr>
              <a:t>Gathering Feedback &amp; Capturing Votes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80E9A-B546-4145-893C-4CD14E76A2B7}"/>
              </a:ext>
            </a:extLst>
          </p:cNvPr>
          <p:cNvSpPr txBox="1"/>
          <p:nvPr/>
        </p:nvSpPr>
        <p:spPr>
          <a:xfrm>
            <a:off x="303902" y="5213012"/>
            <a:ext cx="4453011" cy="95410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tables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need to submit hardcopies</a:t>
            </a:r>
            <a:endParaRPr 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970E8F-99E3-4E32-96BB-AFF82DD54730}"/>
              </a:ext>
            </a:extLst>
          </p:cNvPr>
          <p:cNvSpPr txBox="1"/>
          <p:nvPr/>
        </p:nvSpPr>
        <p:spPr>
          <a:xfrm>
            <a:off x="1277736" y="1251680"/>
            <a:ext cx="2837475" cy="1569660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128467-FFC1-4DFF-A983-5D0B2AB05CA5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4756913" y="5690066"/>
            <a:ext cx="245196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DBF8C6A-EB52-4EA9-B058-F68735C69CE4}"/>
              </a:ext>
            </a:extLst>
          </p:cNvPr>
          <p:cNvSpPr txBox="1"/>
          <p:nvPr/>
        </p:nvSpPr>
        <p:spPr>
          <a:xfrm>
            <a:off x="1431939" y="3487286"/>
            <a:ext cx="2443390" cy="95410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Forms</a:t>
            </a:r>
          </a:p>
          <a:p>
            <a:pPr algn="ctr"/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endParaRPr 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84DFFE-2538-427D-A8EE-441142A14E5F}"/>
              </a:ext>
            </a:extLst>
          </p:cNvPr>
          <p:cNvCxnSpPr>
            <a:cxnSpLocks/>
            <a:stCxn id="16" idx="3"/>
          </p:cNvCxnSpPr>
          <p:nvPr/>
        </p:nvCxnSpPr>
        <p:spPr bwMode="auto">
          <a:xfrm>
            <a:off x="3875329" y="3964340"/>
            <a:ext cx="2312820" cy="30994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930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3C3B-0868-4F56-9436-B9C72EAC2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6592"/>
            <a:ext cx="10972800" cy="1143000"/>
          </a:xfrm>
        </p:spPr>
        <p:txBody>
          <a:bodyPr/>
          <a:lstStyle/>
          <a:p>
            <a:r>
              <a:rPr lang="en-US" sz="6000" dirty="0">
                <a:solidFill>
                  <a:srgbClr val="66FFFF"/>
                </a:solidFill>
              </a:rPr>
              <a:t>Summary Tables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4A7E77-82DE-4DD2-84FD-1D4C65EED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842" y="1258032"/>
            <a:ext cx="5939829" cy="3840480"/>
          </a:xfrm>
          <a:ln w="38100">
            <a:solidFill>
              <a:srgbClr val="FFCCFF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6684E1-CBDB-4536-B78C-0DACBF965320}"/>
              </a:ext>
            </a:extLst>
          </p:cNvPr>
          <p:cNvSpPr txBox="1"/>
          <p:nvPr/>
        </p:nvSpPr>
        <p:spPr>
          <a:xfrm>
            <a:off x="6919201" y="1222491"/>
            <a:ext cx="434964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Information </a:t>
            </a:r>
          </a:p>
          <a:p>
            <a:pPr algn="ctr"/>
            <a:r>
              <a:rPr lang="en-US" sz="3200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(2/16 to 2/25/2021):</a:t>
            </a:r>
          </a:p>
          <a:p>
            <a:pPr algn="ctr"/>
            <a:r>
              <a:rPr lang="en-US" sz="3200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 hours summarizing </a:t>
            </a:r>
          </a:p>
          <a:p>
            <a:pPr algn="ctr"/>
            <a:r>
              <a:rPr lang="en-US" sz="3200" dirty="0">
                <a:solidFill>
                  <a:srgbClr val="66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hrs tabulating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1F709-57E2-46BD-A8AF-159610974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581" y="3667135"/>
            <a:ext cx="3657600" cy="274320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B06EC9-ABBC-44BD-8EB1-FA4434B5A904}"/>
              </a:ext>
            </a:extLst>
          </p:cNvPr>
          <p:cNvSpPr txBox="1"/>
          <p:nvPr/>
        </p:nvSpPr>
        <p:spPr>
          <a:xfrm>
            <a:off x="1024369" y="5333117"/>
            <a:ext cx="47358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Spend as little or as much </a:t>
            </a:r>
          </a:p>
          <a:p>
            <a:pPr algn="ctr"/>
            <a:r>
              <a:rPr lang="en-US" sz="32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as You want to spend!</a:t>
            </a:r>
          </a:p>
        </p:txBody>
      </p:sp>
    </p:spTree>
    <p:extLst>
      <p:ext uri="{BB962C8B-B14F-4D97-AF65-F5344CB8AC3E}">
        <p14:creationId xmlns:p14="http://schemas.microsoft.com/office/powerpoint/2010/main" val="95687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C5F4-B60E-4E83-976C-968825A5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03" y="408483"/>
            <a:ext cx="10972800" cy="1143000"/>
          </a:xfrm>
        </p:spPr>
        <p:txBody>
          <a:bodyPr/>
          <a:lstStyle/>
          <a:p>
            <a:pPr algn="r"/>
            <a:r>
              <a:rPr lang="en-US" sz="4800" dirty="0">
                <a:solidFill>
                  <a:srgbClr val="66FFFF"/>
                </a:solidFill>
              </a:rPr>
              <a:t>To Question or </a:t>
            </a:r>
            <a:br>
              <a:rPr lang="en-US" sz="4800" dirty="0">
                <a:solidFill>
                  <a:srgbClr val="66FFFF"/>
                </a:solidFill>
              </a:rPr>
            </a:br>
            <a:r>
              <a:rPr lang="en-US" sz="4800" dirty="0">
                <a:solidFill>
                  <a:srgbClr val="66FFFF"/>
                </a:solidFill>
              </a:rPr>
              <a:t>Not to Question</a:t>
            </a:r>
            <a:endParaRPr lang="en-US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C135A9-89C4-477E-A1D2-46BFA6C38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724" y="140157"/>
            <a:ext cx="5855276" cy="6309360"/>
          </a:xfrm>
          <a:ln w="38100">
            <a:solidFill>
              <a:srgbClr val="FFFF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A7CB9B-3250-4D3D-82A7-56144C8DA0DB}"/>
              </a:ext>
            </a:extLst>
          </p:cNvPr>
          <p:cNvSpPr txBox="1"/>
          <p:nvPr/>
        </p:nvSpPr>
        <p:spPr>
          <a:xfrm>
            <a:off x="6730584" y="1866281"/>
            <a:ext cx="5220692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 Agenda Items in Regular Font =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opportunity for input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97166-6A26-4BCD-820E-FCA10B89B905}"/>
              </a:ext>
            </a:extLst>
          </p:cNvPr>
          <p:cNvSpPr txBox="1"/>
          <p:nvPr/>
        </p:nvSpPr>
        <p:spPr>
          <a:xfrm>
            <a:off x="6730584" y="3434698"/>
            <a:ext cx="4865669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83 Agenda Items in Blue Font = Please provide input 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6EAF10-13F9-4398-BFAC-FC9D9A004D5E}"/>
              </a:ext>
            </a:extLst>
          </p:cNvPr>
          <p:cNvCxnSpPr>
            <a:cxnSpLocks/>
            <a:stCxn id="6" idx="1"/>
          </p:cNvCxnSpPr>
          <p:nvPr/>
        </p:nvCxnSpPr>
        <p:spPr bwMode="auto">
          <a:xfrm flipH="1" flipV="1">
            <a:off x="3492708" y="1150318"/>
            <a:ext cx="3237876" cy="113146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AD3C2F-C2DE-462F-A60D-7C7F047A61C7}"/>
              </a:ext>
            </a:extLst>
          </p:cNvPr>
          <p:cNvCxnSpPr>
            <a:cxnSpLocks/>
            <a:stCxn id="6" idx="1"/>
          </p:cNvCxnSpPr>
          <p:nvPr/>
        </p:nvCxnSpPr>
        <p:spPr bwMode="auto">
          <a:xfrm flipH="1" flipV="1">
            <a:off x="5276538" y="2214216"/>
            <a:ext cx="1454046" cy="6756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3FD4BC-5EF7-4159-9E84-33AE7BBCB666}"/>
              </a:ext>
            </a:extLst>
          </p:cNvPr>
          <p:cNvCxnSpPr>
            <a:cxnSpLocks/>
            <a:stCxn id="7" idx="1"/>
          </p:cNvCxnSpPr>
          <p:nvPr/>
        </p:nvCxnSpPr>
        <p:spPr bwMode="auto">
          <a:xfrm flipH="1" flipV="1">
            <a:off x="4230624" y="2742248"/>
            <a:ext cx="2499960" cy="110794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C38827-DCB4-455C-89DE-726556766F49}"/>
              </a:ext>
            </a:extLst>
          </p:cNvPr>
          <p:cNvCxnSpPr>
            <a:cxnSpLocks/>
            <a:stCxn id="7" idx="1"/>
          </p:cNvCxnSpPr>
          <p:nvPr/>
        </p:nvCxnSpPr>
        <p:spPr bwMode="auto">
          <a:xfrm flipH="1">
            <a:off x="5276538" y="3850197"/>
            <a:ext cx="1454046" cy="110794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11AD26-1223-4D34-A8F7-3B97DCC16B4B}"/>
              </a:ext>
            </a:extLst>
          </p:cNvPr>
          <p:cNvSpPr txBox="1"/>
          <p:nvPr/>
        </p:nvSpPr>
        <p:spPr>
          <a:xfrm>
            <a:off x="6635589" y="4835035"/>
            <a:ext cx="47358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32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Agenda Items in </a:t>
            </a:r>
            <a:br>
              <a:rPr lang="en-US" sz="32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Forms </a:t>
            </a:r>
            <a:r>
              <a:rPr lang="en-US" sz="3200" dirty="0">
                <a:solidFill>
                  <a:srgbClr val="FF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Input</a:t>
            </a:r>
          </a:p>
        </p:txBody>
      </p:sp>
    </p:spTree>
    <p:extLst>
      <p:ext uri="{BB962C8B-B14F-4D97-AF65-F5344CB8AC3E}">
        <p14:creationId xmlns:p14="http://schemas.microsoft.com/office/powerpoint/2010/main" val="339390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D7C2-C319-4708-ADFF-E1624964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1240"/>
            <a:ext cx="10972800" cy="1143000"/>
          </a:xfrm>
        </p:spPr>
        <p:txBody>
          <a:bodyPr/>
          <a:lstStyle/>
          <a:p>
            <a:r>
              <a:rPr lang="en-US" sz="5400" dirty="0">
                <a:solidFill>
                  <a:srgbClr val="66FFFF"/>
                </a:solidFill>
              </a:rPr>
              <a:t>Multiple Page Numbers</a:t>
            </a:r>
            <a:endParaRPr lang="en-US" sz="5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531FFE-07CA-4E1C-A4F5-AEA84B112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5" y="1133580"/>
            <a:ext cx="5701523" cy="475488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4672FE-D5BF-4A8B-86BD-9836899D84E3}"/>
              </a:ext>
            </a:extLst>
          </p:cNvPr>
          <p:cNvSpPr txBox="1"/>
          <p:nvPr/>
        </p:nvSpPr>
        <p:spPr>
          <a:xfrm>
            <a:off x="426749" y="3232701"/>
            <a:ext cx="2187298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 separate files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6408CB-AAB1-410A-9698-6C343F485444}"/>
              </a:ext>
            </a:extLst>
          </p:cNvPr>
          <p:cNvSpPr txBox="1"/>
          <p:nvPr/>
        </p:nvSpPr>
        <p:spPr>
          <a:xfrm>
            <a:off x="426749" y="1573017"/>
            <a:ext cx="2187298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file with everything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58A184-584F-488C-83F7-AE920B436AD4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 flipV="1">
            <a:off x="2614047" y="1573017"/>
            <a:ext cx="2383760" cy="41549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630974-630B-4C2D-9D0C-18D7632B5720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2614047" y="3648200"/>
            <a:ext cx="2510635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88A3E6-B936-463F-BD8B-2B218B08C737}"/>
              </a:ext>
            </a:extLst>
          </p:cNvPr>
          <p:cNvCxnSpPr>
            <a:cxnSpLocks/>
          </p:cNvCxnSpPr>
          <p:nvPr/>
        </p:nvCxnSpPr>
        <p:spPr bwMode="auto">
          <a:xfrm>
            <a:off x="6815328" y="1574119"/>
            <a:ext cx="1389888" cy="45829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DA8444-5BCD-4808-9060-28921AABA481}"/>
              </a:ext>
            </a:extLst>
          </p:cNvPr>
          <p:cNvCxnSpPr>
            <a:cxnSpLocks/>
          </p:cNvCxnSpPr>
          <p:nvPr/>
        </p:nvCxnSpPr>
        <p:spPr bwMode="auto">
          <a:xfrm>
            <a:off x="6564779" y="3865590"/>
            <a:ext cx="0" cy="229147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DC9942F-2196-41A5-AD4E-19FAA0D81517}"/>
              </a:ext>
            </a:extLst>
          </p:cNvPr>
          <p:cNvSpPr txBox="1"/>
          <p:nvPr/>
        </p:nvSpPr>
        <p:spPr>
          <a:xfrm>
            <a:off x="2614047" y="6157062"/>
            <a:ext cx="6713900" cy="461665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Tables: Pages 1-438 (Pages 1-1,371)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30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F5C62A-7495-4C36-8394-4F92B0270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55" y="109728"/>
            <a:ext cx="9781689" cy="6748272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BEFEA9-CE31-48CD-B8EF-75A2D873959B}"/>
              </a:ext>
            </a:extLst>
          </p:cNvPr>
          <p:cNvSpPr txBox="1"/>
          <p:nvPr/>
        </p:nvSpPr>
        <p:spPr>
          <a:xfrm>
            <a:off x="3282845" y="2252526"/>
            <a:ext cx="424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 I (personally) need to read?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A6031-3454-40C7-A684-11362ED793F1}"/>
              </a:ext>
            </a:extLst>
          </p:cNvPr>
          <p:cNvSpPr txBox="1"/>
          <p:nvPr/>
        </p:nvSpPr>
        <p:spPr>
          <a:xfrm>
            <a:off x="1971206" y="2842629"/>
            <a:ext cx="4789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information summarized here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1AA103-2536-4706-90CC-4BF376FC557D}"/>
              </a:ext>
            </a:extLst>
          </p:cNvPr>
          <p:cNvSpPr txBox="1"/>
          <p:nvPr/>
        </p:nvSpPr>
        <p:spPr>
          <a:xfrm>
            <a:off x="3132944" y="4046369"/>
            <a:ext cx="716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we revise 164 pages of the Big Book? Why and How? Why Not?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35D130-09C9-4C23-BAA8-B0F7C26D24E0}"/>
              </a:ext>
            </a:extLst>
          </p:cNvPr>
          <p:cNvSpPr txBox="1"/>
          <p:nvPr/>
        </p:nvSpPr>
        <p:spPr>
          <a:xfrm>
            <a:off x="7856399" y="5007065"/>
            <a:ext cx="3130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input </a:t>
            </a:r>
          </a:p>
          <a:p>
            <a:pPr algn="ctr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captured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2918E8-CF4B-42F9-89A6-062A1A1D92C8}"/>
              </a:ext>
            </a:extLst>
          </p:cNvPr>
          <p:cNvSpPr txBox="1"/>
          <p:nvPr/>
        </p:nvSpPr>
        <p:spPr>
          <a:xfrm>
            <a:off x="2830638" y="911727"/>
            <a:ext cx="61634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Advisory Action, Additional Committee Consideration,  Forwarded (2020)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45851D-9C4A-4ADB-A185-57A58A6696BE}"/>
              </a:ext>
            </a:extLst>
          </p:cNvPr>
          <p:cNvSpPr txBox="1"/>
          <p:nvPr/>
        </p:nvSpPr>
        <p:spPr>
          <a:xfrm>
            <a:off x="9548730" y="936111"/>
            <a:ext cx="1080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 or No?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272BDC-85E7-437F-BCDB-60E5DEF80684}"/>
              </a:ext>
            </a:extLst>
          </p:cNvPr>
          <p:cNvSpPr txBox="1"/>
          <p:nvPr/>
        </p:nvSpPr>
        <p:spPr>
          <a:xfrm>
            <a:off x="2963057" y="3538758"/>
            <a:ext cx="3647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notes during the Conference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421FBC-B69A-4CF8-B947-1EA12D6B3EA7}"/>
              </a:ext>
            </a:extLst>
          </p:cNvPr>
          <p:cNvSpPr/>
          <p:nvPr/>
        </p:nvSpPr>
        <p:spPr bwMode="auto">
          <a:xfrm>
            <a:off x="1593475" y="1655238"/>
            <a:ext cx="1918744" cy="787629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4F59FA5-328B-4037-BE7B-B4FB9ABB9B65}"/>
              </a:ext>
            </a:extLst>
          </p:cNvPr>
          <p:cNvSpPr/>
          <p:nvPr/>
        </p:nvSpPr>
        <p:spPr bwMode="auto">
          <a:xfrm>
            <a:off x="3702570" y="1642654"/>
            <a:ext cx="2113614" cy="748501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EC67762-9808-49D8-ABC3-F8C5D9ED4A86}"/>
              </a:ext>
            </a:extLst>
          </p:cNvPr>
          <p:cNvSpPr/>
          <p:nvPr/>
        </p:nvSpPr>
        <p:spPr bwMode="auto">
          <a:xfrm>
            <a:off x="6071016" y="1630463"/>
            <a:ext cx="2113614" cy="760692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A07E014-5168-4ED0-850E-0E285FFBB50E}"/>
              </a:ext>
            </a:extLst>
          </p:cNvPr>
          <p:cNvSpPr/>
          <p:nvPr/>
        </p:nvSpPr>
        <p:spPr bwMode="auto">
          <a:xfrm>
            <a:off x="8184630" y="1632622"/>
            <a:ext cx="2113614" cy="775721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FFEB9C-081D-4E01-8C43-30A43657ED17}"/>
              </a:ext>
            </a:extLst>
          </p:cNvPr>
          <p:cNvSpPr txBox="1"/>
          <p:nvPr/>
        </p:nvSpPr>
        <p:spPr>
          <a:xfrm>
            <a:off x="1360256" y="170007"/>
            <a:ext cx="8645577" cy="6960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165"/>
              </a:spcAft>
            </a:pPr>
            <a:r>
              <a:rPr lang="en-US" sz="1800" b="1" kern="150" dirty="0">
                <a:solidFill>
                  <a:srgbClr val="0066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B. Consider requests to revise the book </a:t>
            </a:r>
            <a:r>
              <a:rPr lang="en-US" sz="1800" b="1" i="1" kern="150" dirty="0">
                <a:solidFill>
                  <a:srgbClr val="0066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Alcoholics Anonymous</a:t>
            </a:r>
            <a:r>
              <a:rPr lang="en-US" sz="1800" b="1" kern="150" dirty="0">
                <a:solidFill>
                  <a:srgbClr val="0066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  <a:endParaRPr lang="en-US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165"/>
              </a:spcAft>
            </a:pPr>
            <a:r>
              <a:rPr lang="en-US" sz="1800" b="1" kern="150" dirty="0">
                <a:solidFill>
                  <a:srgbClr val="0066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	2. Revise the first 164 pages.</a:t>
            </a:r>
            <a:endParaRPr lang="en-US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BBB9F0C-90E7-4290-B2E5-6EB3C6819DF8}"/>
              </a:ext>
            </a:extLst>
          </p:cNvPr>
          <p:cNvSpPr/>
          <p:nvPr/>
        </p:nvSpPr>
        <p:spPr bwMode="auto">
          <a:xfrm>
            <a:off x="1351721" y="1257095"/>
            <a:ext cx="9336263" cy="374754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FD960EAC-9404-4611-8A01-0EDA1D3D3562}"/>
              </a:ext>
            </a:extLst>
          </p:cNvPr>
          <p:cNvSpPr/>
          <p:nvPr/>
        </p:nvSpPr>
        <p:spPr bwMode="auto">
          <a:xfrm>
            <a:off x="9520488" y="1204604"/>
            <a:ext cx="371061" cy="369332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35E200-E1D6-4E6A-94B9-5955EA9FD6EA}"/>
              </a:ext>
            </a:extLst>
          </p:cNvPr>
          <p:cNvSpPr txBox="1"/>
          <p:nvPr/>
        </p:nvSpPr>
        <p:spPr>
          <a:xfrm>
            <a:off x="2552848" y="5483197"/>
            <a:ext cx="5703759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https://www.dropbox.com/s/zr205ngvfghykmy/%24Master%20Summary%20Tables%20for%20Agenda%20Items.Final.2-24-2021.Spanish.pdf?dl=0</a:t>
            </a: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DD0DCC-A650-4EAE-B41B-3E99A5C684F3}"/>
              </a:ext>
            </a:extLst>
          </p:cNvPr>
          <p:cNvSpPr txBox="1"/>
          <p:nvPr/>
        </p:nvSpPr>
        <p:spPr>
          <a:xfrm>
            <a:off x="2552847" y="4487784"/>
            <a:ext cx="5703759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https://www.dropbox.com/s/zi5l1g2e5xvadug/%24Master%20Summary%20Tables%20for%20Agenda%20Items.Final.2-24-2021.English.pdf?dl=0</a:t>
            </a: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7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27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21570A-025B-41DA-A5EB-0462E0916B52}"/>
              </a:ext>
            </a:extLst>
          </p:cNvPr>
          <p:cNvSpPr/>
          <p:nvPr/>
        </p:nvSpPr>
        <p:spPr>
          <a:xfrm>
            <a:off x="7932899" y="1138033"/>
            <a:ext cx="29942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kern="0" dirty="0">
                <a:ln w="11430"/>
                <a:solidFill>
                  <a:srgbClr val="0000FF"/>
                </a:solidFill>
                <a:latin typeface="Times New Roman" pitchFamily="18" charset="0"/>
                <a:ea typeface="+mj-ea"/>
                <a:cs typeface="+mj-cs"/>
              </a:rPr>
              <a:t>Conference Vote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B8A239-2FEC-4386-8A7D-B2F52EE51C05}"/>
              </a:ext>
            </a:extLst>
          </p:cNvPr>
          <p:cNvSpPr/>
          <p:nvPr/>
        </p:nvSpPr>
        <p:spPr>
          <a:xfrm>
            <a:off x="8001001" y="1775744"/>
            <a:ext cx="196399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kern="0" dirty="0">
                <a:ln w="11430"/>
                <a:solidFill>
                  <a:srgbClr val="FF0000"/>
                </a:solidFill>
                <a:latin typeface="Times New Roman" pitchFamily="18" charset="0"/>
                <a:ea typeface="+mj-ea"/>
                <a:cs typeface="+mj-cs"/>
              </a:rPr>
              <a:t>MSCA 09 </a:t>
            </a:r>
          </a:p>
          <a:p>
            <a:pPr algn="ctr"/>
            <a:r>
              <a:rPr lang="en-US" sz="3200" kern="0" dirty="0">
                <a:ln w="11430"/>
                <a:solidFill>
                  <a:srgbClr val="FF0000"/>
                </a:solidFill>
                <a:latin typeface="Times New Roman" pitchFamily="18" charset="0"/>
                <a:ea typeface="+mj-ea"/>
                <a:cs typeface="+mj-cs"/>
              </a:rPr>
              <a:t>Input/Vote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D67325-EBB9-4799-8A38-7B4B861972E9}"/>
              </a:ext>
            </a:extLst>
          </p:cNvPr>
          <p:cNvSpPr/>
          <p:nvPr/>
        </p:nvSpPr>
        <p:spPr>
          <a:xfrm>
            <a:off x="6982839" y="2975191"/>
            <a:ext cx="375295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kern="0" dirty="0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Background</a:t>
            </a:r>
          </a:p>
          <a:p>
            <a:pPr algn="ctr"/>
            <a:r>
              <a:rPr lang="en-US" sz="3200" kern="0" dirty="0">
                <a:ln w="11430"/>
                <a:solidFill>
                  <a:srgbClr val="00FFCC"/>
                </a:solidFill>
                <a:latin typeface="Times New Roman" pitchFamily="18" charset="0"/>
              </a:rPr>
              <a:t>Notes: Before/</a:t>
            </a:r>
            <a:r>
              <a:rPr lang="en-US" sz="3200" kern="0" dirty="0">
                <a:ln w="11430"/>
                <a:solidFill>
                  <a:srgbClr val="0000FF"/>
                </a:solidFill>
                <a:latin typeface="Times New Roman" pitchFamily="18" charset="0"/>
              </a:rPr>
              <a:t>During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8E8EC-D5B6-4AF7-9354-9F7C6BBD5FD3}"/>
              </a:ext>
            </a:extLst>
          </p:cNvPr>
          <p:cNvSpPr/>
          <p:nvPr/>
        </p:nvSpPr>
        <p:spPr>
          <a:xfrm>
            <a:off x="6999493" y="4248904"/>
            <a:ext cx="375295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kern="0" dirty="0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Conference </a:t>
            </a:r>
          </a:p>
          <a:p>
            <a:pPr algn="ctr"/>
            <a:r>
              <a:rPr lang="en-US" sz="3200" kern="0" dirty="0">
                <a:ln w="11430"/>
                <a:solidFill>
                  <a:srgbClr val="00FFCC"/>
                </a:solidFill>
                <a:latin typeface="Times New Roman" pitchFamily="18" charset="0"/>
                <a:ea typeface="+mj-ea"/>
                <a:cs typeface="+mj-cs"/>
              </a:rPr>
              <a:t>Notes: Before/</a:t>
            </a:r>
            <a:r>
              <a:rPr lang="en-US" sz="3200" kern="0" dirty="0">
                <a:ln w="11430"/>
                <a:solidFill>
                  <a:srgbClr val="FF0000"/>
                </a:solidFill>
                <a:latin typeface="Times New Roman" pitchFamily="18" charset="0"/>
                <a:ea typeface="+mj-ea"/>
                <a:cs typeface="+mj-cs"/>
              </a:rPr>
              <a:t>During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2DEA49-8637-4CD4-A882-B2C9D7A2E3C5}"/>
              </a:ext>
            </a:extLst>
          </p:cNvPr>
          <p:cNvSpPr/>
          <p:nvPr/>
        </p:nvSpPr>
        <p:spPr>
          <a:xfrm>
            <a:off x="7932899" y="5494639"/>
            <a:ext cx="186140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kern="0" dirty="0">
                <a:ln w="11430"/>
                <a:solidFill>
                  <a:srgbClr val="FFFF00"/>
                </a:solidFill>
                <a:latin typeface="Times New Roman" pitchFamily="18" charset="0"/>
                <a:ea typeface="+mj-ea"/>
                <a:cs typeface="+mj-cs"/>
              </a:rPr>
              <a:t>MSCA 09</a:t>
            </a:r>
          </a:p>
          <a:p>
            <a:pPr algn="ctr"/>
            <a:r>
              <a:rPr lang="en-US" sz="3200" kern="0" dirty="0">
                <a:ln w="11430"/>
                <a:solidFill>
                  <a:srgbClr val="FFFF00"/>
                </a:solidFill>
                <a:latin typeface="Times New Roman" pitchFamily="18" charset="0"/>
                <a:ea typeface="+mj-ea"/>
                <a:cs typeface="+mj-cs"/>
              </a:rPr>
              <a:t>Input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B49FD-E091-46A5-B2AB-1AF564C48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68" y="464732"/>
            <a:ext cx="5333333" cy="6285714"/>
          </a:xfrm>
          <a:prstGeom prst="rect">
            <a:avLst/>
          </a:prstGeom>
          <a:ln w="57150">
            <a:solidFill>
              <a:srgbClr val="00FFCC"/>
            </a:solidFill>
          </a:ln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DF490F-56F9-4905-80A8-37500089AC51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flipH="1" flipV="1">
            <a:off x="4706115" y="4248905"/>
            <a:ext cx="2293378" cy="53860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FF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3B8559-BAC6-4CD6-AD21-AB639B385B6E}"/>
              </a:ext>
            </a:extLst>
          </p:cNvPr>
          <p:cNvCxnSpPr>
            <a:cxnSpLocks/>
          </p:cNvCxnSpPr>
          <p:nvPr/>
        </p:nvCxnSpPr>
        <p:spPr bwMode="auto">
          <a:xfrm flipH="1">
            <a:off x="4803648" y="6023235"/>
            <a:ext cx="3197353" cy="1001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062DA7-B79B-42C9-A3F6-19BF721CA718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flipH="1" flipV="1">
            <a:off x="5327904" y="1642470"/>
            <a:ext cx="2673097" cy="67188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1E95E9-D8C9-4DBC-905B-06FEB54CB2D8}"/>
              </a:ext>
            </a:extLst>
          </p:cNvPr>
          <p:cNvCxnSpPr>
            <a:cxnSpLocks/>
            <a:stCxn id="6" idx="1"/>
          </p:cNvCxnSpPr>
          <p:nvPr/>
        </p:nvCxnSpPr>
        <p:spPr bwMode="auto">
          <a:xfrm flipH="1" flipV="1">
            <a:off x="5327904" y="1235476"/>
            <a:ext cx="2604995" cy="19494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4E6CC9-065B-4E55-A1A3-6D12E5D06D58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flipH="1" flipV="1">
            <a:off x="4962147" y="2138520"/>
            <a:ext cx="2020692" cy="13752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FF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9DCBFF-991B-4D36-9C66-36DC84634DBE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flipH="1" flipV="1">
            <a:off x="5327907" y="3134454"/>
            <a:ext cx="1654932" cy="37934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791BC6-9F90-43D6-A27D-FD95F4059560}"/>
              </a:ext>
            </a:extLst>
          </p:cNvPr>
          <p:cNvSpPr txBox="1"/>
          <p:nvPr/>
        </p:nvSpPr>
        <p:spPr>
          <a:xfrm>
            <a:off x="6229509" y="275372"/>
            <a:ext cx="5132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the Conference</a:t>
            </a:r>
            <a:endParaRPr lang="en-US" sz="3600" b="1" u="sng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28F2772-F01B-4EFD-AFBA-7C97722D9D06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flipH="1">
            <a:off x="5132941" y="4787513"/>
            <a:ext cx="1866552" cy="2265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5326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A041C-124D-4910-B575-7210F122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Accessing Google Forms</a:t>
            </a:r>
            <a:endParaRPr lang="en-US" sz="5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6CF70E-561D-4CDD-8426-B7EF7BD93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4" b="8593"/>
          <a:stretch/>
        </p:blipFill>
        <p:spPr>
          <a:xfrm>
            <a:off x="317328" y="1371600"/>
            <a:ext cx="11557343" cy="5212080"/>
          </a:xfrm>
          <a:ln w="38100">
            <a:solidFill>
              <a:srgbClr val="FFFF00"/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A0FEE59-73F2-4301-B8F0-47257A613836}"/>
              </a:ext>
            </a:extLst>
          </p:cNvPr>
          <p:cNvSpPr/>
          <p:nvPr/>
        </p:nvSpPr>
        <p:spPr bwMode="auto">
          <a:xfrm>
            <a:off x="3055086" y="4816549"/>
            <a:ext cx="3040913" cy="669851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6AD2508-0CEA-415D-B570-1419621B0133}"/>
              </a:ext>
            </a:extLst>
          </p:cNvPr>
          <p:cNvSpPr/>
          <p:nvPr/>
        </p:nvSpPr>
        <p:spPr bwMode="auto">
          <a:xfrm>
            <a:off x="2328672" y="3344366"/>
            <a:ext cx="726415" cy="41148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7DCF0A1-B473-4131-A904-416641A52F0A}"/>
              </a:ext>
            </a:extLst>
          </p:cNvPr>
          <p:cNvCxnSpPr>
            <a:stCxn id="6" idx="4"/>
            <a:endCxn id="7" idx="0"/>
          </p:cNvCxnSpPr>
          <p:nvPr/>
        </p:nvCxnSpPr>
        <p:spPr bwMode="auto">
          <a:xfrm>
            <a:off x="2691880" y="3755846"/>
            <a:ext cx="1883663" cy="106070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5556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B3AD3-7F9C-4EC6-ABB0-43035B26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46" y="-68580"/>
            <a:ext cx="10972800" cy="1143000"/>
          </a:xfrm>
        </p:spPr>
        <p:txBody>
          <a:bodyPr/>
          <a:lstStyle/>
          <a:p>
            <a:pPr algn="l"/>
            <a:r>
              <a:rPr lang="en-US" sz="4800" dirty="0">
                <a:ln w="11430"/>
                <a:solidFill>
                  <a:srgbClr val="00FFCC"/>
                </a:solidFill>
                <a:latin typeface="Times New Roman" pitchFamily="18" charset="0"/>
              </a:rPr>
              <a:t>Google</a:t>
            </a:r>
            <a:r>
              <a:rPr lang="en-US" sz="6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Forms</a:t>
            </a:r>
            <a:endParaRPr lang="en-US" sz="6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7ACF39-D7DA-4DEF-9F13-0743F0146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8969" y="228600"/>
            <a:ext cx="7031131" cy="6126480"/>
          </a:xfrm>
          <a:ln w="38100">
            <a:solidFill>
              <a:srgbClr val="FFCCFF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B06AA7-332E-45D1-882A-C5B0CCABA392}"/>
              </a:ext>
            </a:extLst>
          </p:cNvPr>
          <p:cNvSpPr txBox="1"/>
          <p:nvPr/>
        </p:nvSpPr>
        <p:spPr>
          <a:xfrm>
            <a:off x="604602" y="4801636"/>
            <a:ext cx="3327816" cy="1077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for every Agenda Item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5426A-DF5F-449B-B64A-94D1CB65FD28}"/>
              </a:ext>
            </a:extLst>
          </p:cNvPr>
          <p:cNvSpPr txBox="1"/>
          <p:nvPr/>
        </p:nvSpPr>
        <p:spPr>
          <a:xfrm>
            <a:off x="604602" y="1160204"/>
            <a:ext cx="3327816" cy="2554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solicitation on Plain Language Big Book (Agenda Item U)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1674B6-33B5-4E99-877C-CE09C462C725}"/>
              </a:ext>
            </a:extLst>
          </p:cNvPr>
          <p:cNvSpPr txBox="1"/>
          <p:nvPr/>
        </p:nvSpPr>
        <p:spPr>
          <a:xfrm>
            <a:off x="354766" y="3800533"/>
            <a:ext cx="3827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solidFill>
                  <a:srgbClr val="00CC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https://vimeopro.com/user112910871/big-book-riptab/video/500617913</a:t>
            </a:r>
            <a:endParaRPr lang="en-US" b="1" dirty="0">
              <a:solidFill>
                <a:srgbClr val="00CC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D4585-AFA2-4394-8003-7FD95A05A0E2}"/>
              </a:ext>
            </a:extLst>
          </p:cNvPr>
          <p:cNvSpPr txBox="1"/>
          <p:nvPr/>
        </p:nvSpPr>
        <p:spPr>
          <a:xfrm>
            <a:off x="6340840" y="2876341"/>
            <a:ext cx="4866806" cy="830997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Yes/No okay, but 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Why, Why Not is the Question!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69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35FC-1270-44D7-BA5F-28DEAE71C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1220"/>
            <a:ext cx="10972800" cy="1143000"/>
          </a:xfrm>
        </p:spPr>
        <p:txBody>
          <a:bodyPr/>
          <a:lstStyle/>
          <a:p>
            <a:r>
              <a:rPr lang="en-US" sz="6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Completing Google Forms</a:t>
            </a:r>
            <a:endParaRPr lang="en-US" sz="6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B68B54-6BF7-40D8-9228-330942B8A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9" b="5282"/>
          <a:stretch/>
        </p:blipFill>
        <p:spPr>
          <a:xfrm>
            <a:off x="679858" y="1165490"/>
            <a:ext cx="10832283" cy="5029200"/>
          </a:xfrm>
          <a:ln w="38100">
            <a:solidFill>
              <a:srgbClr val="FFFF00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12CDEC6-AC7C-4F9B-9FE8-20DDFFD559D5}"/>
              </a:ext>
            </a:extLst>
          </p:cNvPr>
          <p:cNvSpPr/>
          <p:nvPr/>
        </p:nvSpPr>
        <p:spPr bwMode="auto">
          <a:xfrm>
            <a:off x="3329906" y="5411450"/>
            <a:ext cx="2876022" cy="29231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4AD880-C11C-4D47-ABA7-4975AF6615D3}"/>
              </a:ext>
            </a:extLst>
          </p:cNvPr>
          <p:cNvSpPr/>
          <p:nvPr/>
        </p:nvSpPr>
        <p:spPr bwMode="auto">
          <a:xfrm>
            <a:off x="3792511" y="5778715"/>
            <a:ext cx="779488" cy="38599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01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40E0-5968-4480-865C-7E0B09414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28" y="35452"/>
            <a:ext cx="10972800" cy="1143000"/>
          </a:xfrm>
        </p:spPr>
        <p:txBody>
          <a:bodyPr/>
          <a:lstStyle/>
          <a:p>
            <a:pPr algn="r"/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Google</a:t>
            </a:r>
            <a:r>
              <a:rPr lang="en-US" sz="66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Forms</a:t>
            </a:r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     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226A13-B9CC-4602-B3F6-78D7623C4ED4}"/>
              </a:ext>
            </a:extLst>
          </p:cNvPr>
          <p:cNvSpPr txBox="1"/>
          <p:nvPr/>
        </p:nvSpPr>
        <p:spPr>
          <a:xfrm>
            <a:off x="414728" y="439416"/>
            <a:ext cx="6093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13</a:t>
            </a:r>
            <a:r>
              <a:rPr lang="en-US" sz="32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 Committees</a:t>
            </a:r>
          </a:p>
          <a:p>
            <a:r>
              <a:rPr lang="en-US" sz="32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83</a:t>
            </a:r>
            <a:r>
              <a:rPr lang="en-US" sz="32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 Agenda Items </a:t>
            </a:r>
          </a:p>
          <a:p>
            <a:r>
              <a:rPr lang="en-US" sz="32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where feedback will be useful</a:t>
            </a:r>
            <a:endParaRPr lang="en-US" sz="3200" b="1" dirty="0">
              <a:solidFill>
                <a:srgbClr val="00FFCC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6EA956-E5B9-4BDA-9624-B5F299FFE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6" y="2166316"/>
            <a:ext cx="4210044" cy="402336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46F6FC28-B646-4C13-8172-B00D9FB8DBF2}"/>
              </a:ext>
            </a:extLst>
          </p:cNvPr>
          <p:cNvSpPr/>
          <p:nvPr/>
        </p:nvSpPr>
        <p:spPr bwMode="auto">
          <a:xfrm>
            <a:off x="273752" y="5289375"/>
            <a:ext cx="1580834" cy="37366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46D1CF-A5AE-4140-8806-485509FFC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224" y="1178452"/>
            <a:ext cx="4611756" cy="530352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67F2425-1C31-482B-86A3-BF52464F2FC8}"/>
              </a:ext>
            </a:extLst>
          </p:cNvPr>
          <p:cNvSpPr/>
          <p:nvPr/>
        </p:nvSpPr>
        <p:spPr bwMode="auto">
          <a:xfrm>
            <a:off x="3703060" y="5789723"/>
            <a:ext cx="744160" cy="37366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8B8E1E-EBDC-47AF-9187-0127DFEA2514}"/>
              </a:ext>
            </a:extLst>
          </p:cNvPr>
          <p:cNvSpPr/>
          <p:nvPr/>
        </p:nvSpPr>
        <p:spPr bwMode="auto">
          <a:xfrm>
            <a:off x="131918" y="5826299"/>
            <a:ext cx="744160" cy="2835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3DECF03-C3D6-4C5F-A95E-9EE0B0DB99D4}"/>
              </a:ext>
            </a:extLst>
          </p:cNvPr>
          <p:cNvSpPr/>
          <p:nvPr/>
        </p:nvSpPr>
        <p:spPr bwMode="auto">
          <a:xfrm>
            <a:off x="7441246" y="6150717"/>
            <a:ext cx="744160" cy="37366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F09BB5F-4BD3-4167-A387-06E379135B71}"/>
              </a:ext>
            </a:extLst>
          </p:cNvPr>
          <p:cNvSpPr/>
          <p:nvPr/>
        </p:nvSpPr>
        <p:spPr bwMode="auto">
          <a:xfrm>
            <a:off x="7433628" y="3112007"/>
            <a:ext cx="832548" cy="163477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93EE8D9-9394-4FA7-9619-BD9163AA321B}"/>
              </a:ext>
            </a:extLst>
          </p:cNvPr>
          <p:cNvSpPr/>
          <p:nvPr/>
        </p:nvSpPr>
        <p:spPr bwMode="auto">
          <a:xfrm>
            <a:off x="6989045" y="3730752"/>
            <a:ext cx="1114710" cy="26212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18B78D-31C0-439C-825E-38C2ED6AE21D}"/>
              </a:ext>
            </a:extLst>
          </p:cNvPr>
          <p:cNvCxnSpPr>
            <a:cxnSpLocks/>
          </p:cNvCxnSpPr>
          <p:nvPr/>
        </p:nvCxnSpPr>
        <p:spPr bwMode="auto">
          <a:xfrm>
            <a:off x="7783070" y="4267200"/>
            <a:ext cx="188518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A5D41D-923A-4624-93A1-95DDD6631CBC}"/>
              </a:ext>
            </a:extLst>
          </p:cNvPr>
          <p:cNvCxnSpPr>
            <a:cxnSpLocks/>
          </p:cNvCxnSpPr>
          <p:nvPr/>
        </p:nvCxnSpPr>
        <p:spPr bwMode="auto">
          <a:xfrm>
            <a:off x="8449056" y="4480560"/>
            <a:ext cx="138988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46B3195-F8C2-466E-A9A5-BAA3F01377B5}"/>
              </a:ext>
            </a:extLst>
          </p:cNvPr>
          <p:cNvCxnSpPr>
            <a:cxnSpLocks/>
          </p:cNvCxnSpPr>
          <p:nvPr/>
        </p:nvCxnSpPr>
        <p:spPr bwMode="auto">
          <a:xfrm>
            <a:off x="7360159" y="4616478"/>
            <a:ext cx="2186177" cy="1219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E9C31D-EFB0-4EF0-864A-4FC067DC3A6F}"/>
              </a:ext>
            </a:extLst>
          </p:cNvPr>
          <p:cNvCxnSpPr>
            <a:cxnSpLocks/>
          </p:cNvCxnSpPr>
          <p:nvPr/>
        </p:nvCxnSpPr>
        <p:spPr bwMode="auto">
          <a:xfrm>
            <a:off x="7098773" y="4821936"/>
            <a:ext cx="1472203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9227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3AEE3-8E3F-4A50-AE2C-D4DDC81C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5DC4A-AB1D-46CB-9E7A-925C07E98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3517D-339D-40AD-802E-1B8D048AF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238" y="424238"/>
            <a:ext cx="5609524" cy="6009524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1928E2B-3BD1-41FA-BCA5-CCA749499759}"/>
              </a:ext>
            </a:extLst>
          </p:cNvPr>
          <p:cNvSpPr/>
          <p:nvPr/>
        </p:nvSpPr>
        <p:spPr bwMode="auto">
          <a:xfrm>
            <a:off x="4173790" y="6001960"/>
            <a:ext cx="744160" cy="37366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85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1EEE-6D16-4A71-A5DA-4F6EF9922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72945-7D87-4CB6-AB2E-178A594C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E7AEF-1758-4FE7-BE8A-CCC451A07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825" y="137160"/>
            <a:ext cx="6604350" cy="658368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5BE735-FE1E-4AA7-88A4-B394BCC6395A}"/>
              </a:ext>
            </a:extLst>
          </p:cNvPr>
          <p:cNvCxnSpPr>
            <a:cxnSpLocks/>
          </p:cNvCxnSpPr>
          <p:nvPr/>
        </p:nvCxnSpPr>
        <p:spPr bwMode="auto">
          <a:xfrm>
            <a:off x="3589022" y="5657088"/>
            <a:ext cx="532333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89016C-1DC0-44FA-B552-F4CD54419D22}"/>
              </a:ext>
            </a:extLst>
          </p:cNvPr>
          <p:cNvCxnSpPr>
            <a:cxnSpLocks/>
          </p:cNvCxnSpPr>
          <p:nvPr/>
        </p:nvCxnSpPr>
        <p:spPr bwMode="auto">
          <a:xfrm>
            <a:off x="3058670" y="5821680"/>
            <a:ext cx="532333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6576865-E39A-4B1B-ABDA-4DA8FCE06853}"/>
              </a:ext>
            </a:extLst>
          </p:cNvPr>
          <p:cNvSpPr txBox="1"/>
          <p:nvPr/>
        </p:nvSpPr>
        <p:spPr>
          <a:xfrm>
            <a:off x="3925824" y="6031992"/>
            <a:ext cx="2465982" cy="461665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Why, Why Not!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16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3D3B-7BC3-4CED-A378-01AC64C77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1C9E98-6725-4998-AEDC-F9BB15D4F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325" y="114300"/>
            <a:ext cx="4841893" cy="1828800"/>
          </a:xfrm>
          <a:ln w="38100">
            <a:solidFill>
              <a:srgbClr val="FFCCFF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13F4D2-D199-4773-B5EB-D6F6F83E4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615" y="2380488"/>
            <a:ext cx="4648840" cy="182880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23ED3D-5DD0-4F6F-9FBA-113881C2A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646676"/>
            <a:ext cx="5714286" cy="1533333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19E039-4435-48EB-BFDE-C33260342F12}"/>
              </a:ext>
            </a:extLst>
          </p:cNvPr>
          <p:cNvSpPr txBox="1"/>
          <p:nvPr/>
        </p:nvSpPr>
        <p:spPr>
          <a:xfrm>
            <a:off x="311994" y="2749640"/>
            <a:ext cx="2345862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Scroll…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F34B73-0914-41DD-9810-BEF2E902D1C8}"/>
              </a:ext>
            </a:extLst>
          </p:cNvPr>
          <p:cNvCxnSpPr>
            <a:stCxn id="10" idx="3"/>
          </p:cNvCxnSpPr>
          <p:nvPr/>
        </p:nvCxnSpPr>
        <p:spPr bwMode="auto">
          <a:xfrm>
            <a:off x="2657856" y="3165139"/>
            <a:ext cx="7156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6E195C-558B-4B5B-B83C-B819E6334C68}"/>
              </a:ext>
            </a:extLst>
          </p:cNvPr>
          <p:cNvSpPr txBox="1"/>
          <p:nvPr/>
        </p:nvSpPr>
        <p:spPr>
          <a:xfrm>
            <a:off x="2852928" y="5015828"/>
            <a:ext cx="2345862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Scroll…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1F2A1F-FB8C-458E-B7B2-8C55769C8592}"/>
              </a:ext>
            </a:extLst>
          </p:cNvPr>
          <p:cNvCxnSpPr/>
          <p:nvPr/>
        </p:nvCxnSpPr>
        <p:spPr bwMode="auto">
          <a:xfrm>
            <a:off x="5177348" y="5402465"/>
            <a:ext cx="7156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1540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A8E61-D1B3-48DB-84B8-B7C4A4649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3" y="163381"/>
            <a:ext cx="3716793" cy="128016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1F44EFA-EE45-4D96-9474-F470321A0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563" y="1667015"/>
            <a:ext cx="3716792" cy="1403845"/>
          </a:xfrm>
          <a:ln w="38100">
            <a:solidFill>
              <a:srgbClr val="FFCCFF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CA3024-764C-4C79-A899-C62384562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63" y="3336037"/>
            <a:ext cx="3719072" cy="146304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B7FB5C-B433-489C-A0E0-9B3833A1E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563" y="5064254"/>
            <a:ext cx="3716792" cy="1280160"/>
          </a:xfrm>
          <a:prstGeom prst="rect">
            <a:avLst/>
          </a:prstGeom>
          <a:ln w="38100">
            <a:solidFill>
              <a:srgbClr val="FFCCFF"/>
            </a:solidFill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5A20CB5-D245-4E2C-98BA-0BF1F6313B5A}"/>
              </a:ext>
            </a:extLst>
          </p:cNvPr>
          <p:cNvSpPr/>
          <p:nvPr/>
        </p:nvSpPr>
        <p:spPr bwMode="auto">
          <a:xfrm>
            <a:off x="155603" y="126805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DF9EA7-0351-409B-82FA-B02655F7B304}"/>
              </a:ext>
            </a:extLst>
          </p:cNvPr>
          <p:cNvSpPr txBox="1"/>
          <p:nvPr/>
        </p:nvSpPr>
        <p:spPr>
          <a:xfrm>
            <a:off x="792480" y="1099860"/>
            <a:ext cx="1219200" cy="276999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Why, Why Not!</a:t>
            </a:r>
            <a:endParaRPr 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CB9A68-D3EE-493E-AA96-EAD8A1419459}"/>
              </a:ext>
            </a:extLst>
          </p:cNvPr>
          <p:cNvSpPr/>
          <p:nvPr/>
        </p:nvSpPr>
        <p:spPr bwMode="auto">
          <a:xfrm>
            <a:off x="140518" y="1647516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0A281E-D1F5-483B-9D9B-27CBA4529ABB}"/>
              </a:ext>
            </a:extLst>
          </p:cNvPr>
          <p:cNvSpPr/>
          <p:nvPr/>
        </p:nvSpPr>
        <p:spPr bwMode="auto">
          <a:xfrm>
            <a:off x="155603" y="3313176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CD22072-99BC-4024-9755-F832FB045762}"/>
              </a:ext>
            </a:extLst>
          </p:cNvPr>
          <p:cNvSpPr/>
          <p:nvPr/>
        </p:nvSpPr>
        <p:spPr bwMode="auto">
          <a:xfrm>
            <a:off x="179987" y="5106852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2D6FD-4115-4FF0-917B-263457B169DC}"/>
              </a:ext>
            </a:extLst>
          </p:cNvPr>
          <p:cNvSpPr txBox="1"/>
          <p:nvPr/>
        </p:nvSpPr>
        <p:spPr>
          <a:xfrm>
            <a:off x="792480" y="2776520"/>
            <a:ext cx="2511552" cy="282518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preference: Why, Why Not!</a:t>
            </a:r>
            <a:endParaRPr 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305FC0-F923-4595-AF6F-BF99D0D1B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2245" y="126805"/>
            <a:ext cx="5396752" cy="137160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014F920-1FF4-4DF3-9878-615B3581A5E9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>
            <a:off x="3933355" y="799891"/>
            <a:ext cx="1258890" cy="1271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ABE0CBC4-7EA9-4D2D-82E6-69C34CC262FA}"/>
              </a:ext>
            </a:extLst>
          </p:cNvPr>
          <p:cNvSpPr/>
          <p:nvPr/>
        </p:nvSpPr>
        <p:spPr bwMode="auto">
          <a:xfrm>
            <a:off x="6828866" y="933559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69A94A58-F08C-46E0-AAB6-C5AA3FF4BABD}"/>
              </a:ext>
            </a:extLst>
          </p:cNvPr>
          <p:cNvSpPr/>
          <p:nvPr/>
        </p:nvSpPr>
        <p:spPr bwMode="auto">
          <a:xfrm>
            <a:off x="8636175" y="933559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AEFEC9A2-70BD-4AC9-8F0B-D18360BA846A}"/>
              </a:ext>
            </a:extLst>
          </p:cNvPr>
          <p:cNvSpPr/>
          <p:nvPr/>
        </p:nvSpPr>
        <p:spPr bwMode="auto">
          <a:xfrm>
            <a:off x="9992600" y="923076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4F8129-E5BA-40A4-ADE7-D1B798E7C631}"/>
              </a:ext>
            </a:extLst>
          </p:cNvPr>
          <p:cNvSpPr/>
          <p:nvPr/>
        </p:nvSpPr>
        <p:spPr bwMode="auto">
          <a:xfrm>
            <a:off x="5191740" y="817735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E648C93-48C4-4BC3-B298-066A794B50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8716" y="1873699"/>
            <a:ext cx="5523809" cy="990476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C87128-C467-4A4F-B062-F1FB3BA708B9}"/>
              </a:ext>
            </a:extLst>
          </p:cNvPr>
          <p:cNvCxnSpPr>
            <a:cxnSpLocks/>
            <a:endCxn id="26" idx="1"/>
          </p:cNvCxnSpPr>
          <p:nvPr/>
        </p:nvCxnSpPr>
        <p:spPr bwMode="auto">
          <a:xfrm>
            <a:off x="3921163" y="2365493"/>
            <a:ext cx="1207553" cy="34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2BEBC3A1-D764-407D-807F-4FDAED2D1CC1}"/>
              </a:ext>
            </a:extLst>
          </p:cNvPr>
          <p:cNvSpPr/>
          <p:nvPr/>
        </p:nvSpPr>
        <p:spPr bwMode="auto">
          <a:xfrm>
            <a:off x="5101775" y="1933133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6D2567BD-B1F6-4545-B57B-D4ABF7193A20}"/>
              </a:ext>
            </a:extLst>
          </p:cNvPr>
          <p:cNvSpPr/>
          <p:nvPr/>
        </p:nvSpPr>
        <p:spPr bwMode="auto">
          <a:xfrm>
            <a:off x="7410321" y="2170321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AAD7F1C0-C2D3-4052-BA66-9624FD1E002B}"/>
              </a:ext>
            </a:extLst>
          </p:cNvPr>
          <p:cNvSpPr/>
          <p:nvPr/>
        </p:nvSpPr>
        <p:spPr bwMode="auto">
          <a:xfrm>
            <a:off x="9462835" y="2170321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A6E67ED-1F86-4B80-82B3-267437DFA2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8716" y="3544824"/>
            <a:ext cx="5523808" cy="1047619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2AE34E-EE52-4B55-BD4C-0DF19FCF7CF8}"/>
              </a:ext>
            </a:extLst>
          </p:cNvPr>
          <p:cNvCxnSpPr>
            <a:cxnSpLocks/>
          </p:cNvCxnSpPr>
          <p:nvPr/>
        </p:nvCxnSpPr>
        <p:spPr bwMode="auto">
          <a:xfrm>
            <a:off x="3944692" y="4054843"/>
            <a:ext cx="1258890" cy="1271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F0CAAF9A-F0ED-480A-B3CB-76CD62BCA155}"/>
              </a:ext>
            </a:extLst>
          </p:cNvPr>
          <p:cNvSpPr/>
          <p:nvPr/>
        </p:nvSpPr>
        <p:spPr bwMode="auto">
          <a:xfrm>
            <a:off x="6853250" y="3888838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44A6F043-9567-4430-B878-BF64DDDB7120}"/>
              </a:ext>
            </a:extLst>
          </p:cNvPr>
          <p:cNvSpPr/>
          <p:nvPr/>
        </p:nvSpPr>
        <p:spPr bwMode="auto">
          <a:xfrm>
            <a:off x="8783367" y="3876501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C86769F-93E0-49C8-99C2-50E8AEB732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1775" y="5258225"/>
            <a:ext cx="5628571" cy="92381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39B1396-1C7D-4FE6-B1A7-B74B3FF44FFE}"/>
              </a:ext>
            </a:extLst>
          </p:cNvPr>
          <p:cNvCxnSpPr>
            <a:cxnSpLocks/>
            <a:stCxn id="8" idx="3"/>
            <a:endCxn id="39" idx="1"/>
          </p:cNvCxnSpPr>
          <p:nvPr/>
        </p:nvCxnSpPr>
        <p:spPr bwMode="auto">
          <a:xfrm>
            <a:off x="3933355" y="5704334"/>
            <a:ext cx="1168420" cy="1579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93F41E80-F192-4513-943B-22EF9BAE1490}"/>
              </a:ext>
            </a:extLst>
          </p:cNvPr>
          <p:cNvSpPr/>
          <p:nvPr/>
        </p:nvSpPr>
        <p:spPr bwMode="auto">
          <a:xfrm>
            <a:off x="7391804" y="5531154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7BC8F3CC-113D-4BBC-B6C8-74B38A1756C8}"/>
              </a:ext>
            </a:extLst>
          </p:cNvPr>
          <p:cNvSpPr/>
          <p:nvPr/>
        </p:nvSpPr>
        <p:spPr bwMode="auto">
          <a:xfrm>
            <a:off x="9442851" y="5513864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CAFDBF3-4538-4B0C-B417-9C5D1040CC03}"/>
              </a:ext>
            </a:extLst>
          </p:cNvPr>
          <p:cNvSpPr/>
          <p:nvPr/>
        </p:nvSpPr>
        <p:spPr bwMode="auto">
          <a:xfrm>
            <a:off x="5104332" y="3563257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11D8B10-48CA-4C30-B6F5-2301E279A7BC}"/>
              </a:ext>
            </a:extLst>
          </p:cNvPr>
          <p:cNvSpPr/>
          <p:nvPr/>
        </p:nvSpPr>
        <p:spPr bwMode="auto">
          <a:xfrm>
            <a:off x="5072274" y="5298885"/>
            <a:ext cx="256032" cy="2316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552C6BAF-77B5-4EAB-9324-AB1A61CA3C57}"/>
              </a:ext>
            </a:extLst>
          </p:cNvPr>
          <p:cNvSpPr/>
          <p:nvPr/>
        </p:nvSpPr>
        <p:spPr bwMode="auto">
          <a:xfrm>
            <a:off x="10236180" y="3876501"/>
            <a:ext cx="341376" cy="304800"/>
          </a:xfrm>
          <a:prstGeom prst="star5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5338B50-3316-4A31-8E5C-8DD7A39A0832}"/>
              </a:ext>
            </a:extLst>
          </p:cNvPr>
          <p:cNvSpPr/>
          <p:nvPr/>
        </p:nvSpPr>
        <p:spPr bwMode="auto">
          <a:xfrm>
            <a:off x="6681216" y="195460"/>
            <a:ext cx="1804416" cy="37475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E2D5C1-9A9B-41B5-921A-AF97D8359E55}"/>
              </a:ext>
            </a:extLst>
          </p:cNvPr>
          <p:cNvCxnSpPr>
            <a:cxnSpLocks/>
            <a:stCxn id="48" idx="4"/>
          </p:cNvCxnSpPr>
          <p:nvPr/>
        </p:nvCxnSpPr>
        <p:spPr bwMode="auto">
          <a:xfrm flipH="1">
            <a:off x="7024729" y="570214"/>
            <a:ext cx="558695" cy="47916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C60D84D8-DB5E-429F-9449-D180CACC5B90}"/>
              </a:ext>
            </a:extLst>
          </p:cNvPr>
          <p:cNvSpPr/>
          <p:nvPr/>
        </p:nvSpPr>
        <p:spPr bwMode="auto">
          <a:xfrm>
            <a:off x="8387315" y="116024"/>
            <a:ext cx="1416896" cy="573977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AF98EC8-EE48-4573-B5FA-58143D24673F}"/>
              </a:ext>
            </a:extLst>
          </p:cNvPr>
          <p:cNvSpPr/>
          <p:nvPr/>
        </p:nvSpPr>
        <p:spPr bwMode="auto">
          <a:xfrm>
            <a:off x="9832124" y="95848"/>
            <a:ext cx="749808" cy="573977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26F2BA-9505-485C-8D18-319E28737AC7}"/>
              </a:ext>
            </a:extLst>
          </p:cNvPr>
          <p:cNvCxnSpPr>
            <a:cxnSpLocks/>
          </p:cNvCxnSpPr>
          <p:nvPr/>
        </p:nvCxnSpPr>
        <p:spPr bwMode="auto">
          <a:xfrm flipH="1">
            <a:off x="8876341" y="671904"/>
            <a:ext cx="248403" cy="3668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8961462-DB44-488F-8360-84B5F07F38D6}"/>
              </a:ext>
            </a:extLst>
          </p:cNvPr>
          <p:cNvCxnSpPr>
            <a:cxnSpLocks/>
            <a:endCxn id="23" idx="0"/>
          </p:cNvCxnSpPr>
          <p:nvPr/>
        </p:nvCxnSpPr>
        <p:spPr bwMode="auto">
          <a:xfrm flipH="1">
            <a:off x="10163288" y="629166"/>
            <a:ext cx="43742" cy="2939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0D70753-C7CD-42A6-AD28-22516E6DD720}"/>
              </a:ext>
            </a:extLst>
          </p:cNvPr>
          <p:cNvSpPr txBox="1"/>
          <p:nvPr/>
        </p:nvSpPr>
        <p:spPr>
          <a:xfrm>
            <a:off x="819183" y="4451184"/>
            <a:ext cx="2511552" cy="282518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preference: Why, Why Not!</a:t>
            </a:r>
            <a:endParaRPr 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1DAE33-D4BD-4D1C-997D-E1A88D72748E}"/>
              </a:ext>
            </a:extLst>
          </p:cNvPr>
          <p:cNvSpPr txBox="1"/>
          <p:nvPr/>
        </p:nvSpPr>
        <p:spPr>
          <a:xfrm>
            <a:off x="735487" y="6321266"/>
            <a:ext cx="2511552" cy="282518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preference: Why, Why Not!</a:t>
            </a:r>
            <a:endParaRPr 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5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29" grpId="0" animBg="1"/>
      <p:bldP spid="30" grpId="0" animBg="1"/>
      <p:bldP spid="36" grpId="0" animBg="1"/>
      <p:bldP spid="37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4" grpId="0" animBg="1"/>
      <p:bldP spid="56" grpId="0" animBg="1"/>
      <p:bldP spid="62" grpId="0" animBg="1"/>
      <p:bldP spid="6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25C2-C04C-4710-A3E6-435C7885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"/>
            <a:ext cx="10972800" cy="1143000"/>
          </a:xfrm>
        </p:spPr>
        <p:txBody>
          <a:bodyPr/>
          <a:lstStyle/>
          <a:p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At the end of 13 Committees:</a:t>
            </a:r>
            <a:endParaRPr lang="en-US" sz="5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8DE663A-D93E-4B3B-BFE5-77FA90BDB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3250" y="1152144"/>
            <a:ext cx="5485715" cy="5577840"/>
          </a:xfr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8AA39F1-E011-4303-AD66-34D9C3D1CE54}"/>
              </a:ext>
            </a:extLst>
          </p:cNvPr>
          <p:cNvSpPr/>
          <p:nvPr/>
        </p:nvSpPr>
        <p:spPr bwMode="auto">
          <a:xfrm>
            <a:off x="3408363" y="5778219"/>
            <a:ext cx="4449530" cy="37475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C72663-5296-4B62-8795-8A8011BD9232}"/>
              </a:ext>
            </a:extLst>
          </p:cNvPr>
          <p:cNvSpPr/>
          <p:nvPr/>
        </p:nvSpPr>
        <p:spPr bwMode="auto">
          <a:xfrm>
            <a:off x="4226127" y="6242304"/>
            <a:ext cx="1113969" cy="46329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26608E4-2095-4E6F-91D0-71AD65B864F4}"/>
              </a:ext>
            </a:extLst>
          </p:cNvPr>
          <p:cNvSpPr/>
          <p:nvPr/>
        </p:nvSpPr>
        <p:spPr bwMode="auto">
          <a:xfrm>
            <a:off x="7874996" y="6246291"/>
            <a:ext cx="1113969" cy="46329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EF8286-0C5E-4A05-BB0B-3FAB54878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983" y="6248301"/>
            <a:ext cx="1019048" cy="48571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F301FB-7251-4487-8E5A-E408EBD68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918" y="6246286"/>
            <a:ext cx="1019048" cy="48571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9376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642C-918F-4D7B-8803-13EDC3A5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Automatically Uploaded to Excel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259284-1086-4597-B7B6-A64229954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738" y="1815983"/>
            <a:ext cx="11974524" cy="4206240"/>
          </a:xfrm>
          <a:ln w="38100">
            <a:solidFill>
              <a:srgbClr val="FFCCFF"/>
            </a:solidFill>
          </a:ln>
        </p:spPr>
      </p:pic>
    </p:spTree>
    <p:extLst>
      <p:ext uri="{BB962C8B-B14F-4D97-AF65-F5344CB8AC3E}">
        <p14:creationId xmlns:p14="http://schemas.microsoft.com/office/powerpoint/2010/main" val="23229864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1594-9575-45F8-9125-7F63512F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Preferences for Feedback</a:t>
            </a:r>
            <a:r>
              <a:rPr lang="en-US" sz="4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528B8-8163-42CF-B91E-ACDC1DAE4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1600200"/>
            <a:ext cx="11704320" cy="4495800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Best = </a:t>
            </a:r>
            <a:r>
              <a:rPr lang="en-US" sz="4000" b="1" dirty="0">
                <a:ln w="11430"/>
                <a:solidFill>
                  <a:srgbClr val="FFCCFF"/>
                </a:solidFill>
                <a:latin typeface="Times New Roman" pitchFamily="18" charset="0"/>
              </a:rPr>
              <a:t>Google Forms     </a:t>
            </a:r>
            <a:r>
              <a:rPr lang="en-U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Immediately uploaded Excel</a:t>
            </a:r>
          </a:p>
          <a:p>
            <a:pPr marL="0" indent="0">
              <a:buNone/>
            </a:pPr>
            <a:endParaRPr lang="en-US" sz="4000" b="1" dirty="0">
              <a:ln w="11430"/>
              <a:solidFill>
                <a:srgbClr val="00FFCC"/>
              </a:solidFill>
              <a:latin typeface="Times New Roman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Okay</a:t>
            </a:r>
            <a:r>
              <a:rPr lang="en-U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 = </a:t>
            </a:r>
            <a:r>
              <a:rPr lang="en-US" sz="4000" b="1" dirty="0">
                <a:ln w="11430"/>
                <a:solidFill>
                  <a:srgbClr val="FFCCFF"/>
                </a:solidFill>
                <a:latin typeface="Times New Roman" pitchFamily="18" charset="0"/>
              </a:rPr>
              <a:t>Electronic Summary Tables </a:t>
            </a:r>
            <a:r>
              <a:rPr lang="en-U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	Cut-and-paste</a:t>
            </a:r>
          </a:p>
          <a:p>
            <a:pPr marL="0" indent="0">
              <a:buNone/>
            </a:pPr>
            <a:endParaRPr lang="en-US" sz="4000" b="1" dirty="0">
              <a:ln w="11430"/>
              <a:solidFill>
                <a:srgbClr val="00FFCC"/>
              </a:solidFill>
              <a:latin typeface="Times New Roman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n w="11430"/>
                <a:solidFill>
                  <a:srgbClr val="FFFF00"/>
                </a:solidFill>
                <a:latin typeface="Times New Roman" pitchFamily="18" charset="0"/>
              </a:rPr>
              <a:t>Least</a:t>
            </a:r>
            <a:r>
              <a:rPr lang="en-U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 = </a:t>
            </a:r>
            <a:r>
              <a:rPr lang="en-US" sz="4000" b="1" dirty="0">
                <a:ln w="11430"/>
                <a:solidFill>
                  <a:srgbClr val="FFCCFF"/>
                </a:solidFill>
                <a:latin typeface="Times New Roman" pitchFamily="18" charset="0"/>
              </a:rPr>
              <a:t>Hardcopy Summary Tables</a:t>
            </a:r>
            <a:r>
              <a:rPr lang="en-U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	Manual input</a:t>
            </a:r>
          </a:p>
          <a:p>
            <a:pPr marL="0" indent="0">
              <a:buNone/>
            </a:pPr>
            <a:r>
              <a:rPr lang="en-US" sz="4000" b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									 translations</a:t>
            </a:r>
            <a:endParaRPr lang="en-US" dirty="0">
              <a:solidFill>
                <a:srgbClr val="00FFCC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8F3F8A-B71E-424D-931E-633066DBACC1}"/>
              </a:ext>
            </a:extLst>
          </p:cNvPr>
          <p:cNvCxnSpPr>
            <a:cxnSpLocks/>
          </p:cNvCxnSpPr>
          <p:nvPr/>
        </p:nvCxnSpPr>
        <p:spPr bwMode="auto">
          <a:xfrm>
            <a:off x="5035296" y="2023872"/>
            <a:ext cx="37795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4A2F88-B8E1-42D8-B63C-75A5C5E854B3}"/>
              </a:ext>
            </a:extLst>
          </p:cNvPr>
          <p:cNvCxnSpPr>
            <a:cxnSpLocks/>
          </p:cNvCxnSpPr>
          <p:nvPr/>
        </p:nvCxnSpPr>
        <p:spPr bwMode="auto">
          <a:xfrm>
            <a:off x="8278368" y="3429000"/>
            <a:ext cx="31699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6244F7-EC06-476E-8AE2-9E17D77261BB}"/>
              </a:ext>
            </a:extLst>
          </p:cNvPr>
          <p:cNvCxnSpPr>
            <a:cxnSpLocks/>
          </p:cNvCxnSpPr>
          <p:nvPr/>
        </p:nvCxnSpPr>
        <p:spPr bwMode="auto">
          <a:xfrm>
            <a:off x="8266176" y="4922520"/>
            <a:ext cx="31699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8125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6A3E-6CFE-4422-A364-D91E7977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i="1" dirty="0">
                <a:ln w="11430"/>
                <a:solidFill>
                  <a:srgbClr val="00FFCC"/>
                </a:solidFill>
                <a:latin typeface="Times New Roman" pitchFamily="18" charset="0"/>
              </a:rPr>
              <a:t>Informed</a:t>
            </a:r>
            <a:r>
              <a:rPr lang="en-US" sz="5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Group Conscience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054D5-CE87-45FE-8596-65838BB0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24" y="1600200"/>
            <a:ext cx="11716512" cy="4495800"/>
          </a:xfrm>
        </p:spPr>
        <p:txBody>
          <a:bodyPr/>
          <a:lstStyle/>
          <a:p>
            <a:r>
              <a:rPr lang="en-U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March 20 – </a:t>
            </a:r>
            <a:r>
              <a:rPr lang="en-US" sz="4000" dirty="0">
                <a:ln w="11430"/>
                <a:solidFill>
                  <a:srgbClr val="FFCCFF"/>
                </a:solidFill>
                <a:latin typeface="Times New Roman" pitchFamily="18" charset="0"/>
              </a:rPr>
              <a:t>Districts</a:t>
            </a:r>
            <a:r>
              <a:rPr lang="en-U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 host Pre-Conference Boot Camp</a:t>
            </a:r>
          </a:p>
          <a:p>
            <a:pPr lvl="1"/>
            <a:r>
              <a:rPr lang="en-US" sz="3600" dirty="0">
                <a:ln w="11430"/>
                <a:solidFill>
                  <a:srgbClr val="FFFF00"/>
                </a:solidFill>
                <a:latin typeface="Times New Roman" pitchFamily="18" charset="0"/>
              </a:rPr>
              <a:t> Have </a:t>
            </a:r>
            <a:r>
              <a:rPr lang="en-US" sz="3600" dirty="0">
                <a:ln w="11430"/>
                <a:solidFill>
                  <a:srgbClr val="FFCCFF"/>
                </a:solidFill>
                <a:latin typeface="Times New Roman" pitchFamily="18" charset="0"/>
              </a:rPr>
              <a:t>Google Forms </a:t>
            </a:r>
            <a:r>
              <a:rPr lang="en-US" sz="3600" dirty="0">
                <a:ln w="11430"/>
                <a:solidFill>
                  <a:srgbClr val="FFFF00"/>
                </a:solidFill>
                <a:latin typeface="Times New Roman" pitchFamily="18" charset="0"/>
              </a:rPr>
              <a:t>ready, and </a:t>
            </a:r>
            <a:r>
              <a:rPr lang="en-US" sz="3600" dirty="0">
                <a:ln w="11430"/>
                <a:solidFill>
                  <a:srgbClr val="FFCCFF"/>
                </a:solidFill>
                <a:latin typeface="Times New Roman" pitchFamily="18" charset="0"/>
              </a:rPr>
              <a:t>vote during Boot Camp</a:t>
            </a:r>
          </a:p>
          <a:p>
            <a:r>
              <a:rPr lang="en-U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April 5 – </a:t>
            </a:r>
            <a:r>
              <a:rPr lang="en-US" sz="4000" dirty="0">
                <a:ln w="11430"/>
                <a:solidFill>
                  <a:srgbClr val="FFCCFF"/>
                </a:solidFill>
                <a:latin typeface="Times New Roman" pitchFamily="18" charset="0"/>
              </a:rPr>
              <a:t>Deadline</a:t>
            </a:r>
            <a:r>
              <a:rPr lang="en-U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for feedback</a:t>
            </a:r>
          </a:p>
          <a:p>
            <a:r>
              <a:rPr lang="en-U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April 11 – </a:t>
            </a:r>
            <a:r>
              <a:rPr lang="en-US" sz="4000" dirty="0">
                <a:ln w="11430"/>
                <a:solidFill>
                  <a:srgbClr val="FFCCFF"/>
                </a:solidFill>
                <a:latin typeface="Times New Roman" pitchFamily="18" charset="0"/>
              </a:rPr>
              <a:t>Area</a:t>
            </a:r>
            <a:r>
              <a:rPr lang="en-U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hosts</a:t>
            </a:r>
            <a:r>
              <a:rPr lang="en-U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</a:t>
            </a:r>
            <a:r>
              <a:rPr lang="en-U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Pre-Conference Workshop Roundtables, similar to Boot Camp format </a:t>
            </a:r>
          </a:p>
          <a:p>
            <a:r>
              <a:rPr lang="en-US" sz="4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Monthly –  </a:t>
            </a:r>
            <a:r>
              <a:rPr lang="en-U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Hispanic </a:t>
            </a:r>
            <a:r>
              <a:rPr lang="en-US" sz="4000" dirty="0">
                <a:ln w="11430"/>
                <a:solidFill>
                  <a:srgbClr val="FFCCFF"/>
                </a:solidFill>
                <a:latin typeface="Times New Roman" pitchFamily="18" charset="0"/>
              </a:rPr>
              <a:t>Interdistrict</a:t>
            </a:r>
            <a:r>
              <a:rPr lang="en-US" sz="4000" dirty="0">
                <a:ln w="11430"/>
                <a:solidFill>
                  <a:srgbClr val="FFFF00"/>
                </a:solidFill>
                <a:latin typeface="Times New Roman" pitchFamily="18" charset="0"/>
              </a:rPr>
              <a:t> Business Meetings with all 6 Districts – </a:t>
            </a:r>
            <a:r>
              <a:rPr lang="en-US" sz="4000" dirty="0">
                <a:ln w="11430"/>
                <a:solidFill>
                  <a:srgbClr val="FF0000"/>
                </a:solidFill>
                <a:latin typeface="Times New Roman" pitchFamily="18" charset="0"/>
              </a:rPr>
              <a:t>In Person!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54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02625FD-9A59-4FEE-8244-2B29D5B0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412" y="0"/>
            <a:ext cx="9255177" cy="1143000"/>
          </a:xfrm>
        </p:spPr>
        <p:txBody>
          <a:bodyPr/>
          <a:lstStyle/>
          <a:p>
            <a:r>
              <a:rPr lang="en-US" sz="4000" dirty="0">
                <a:ln w="11430"/>
                <a:solidFill>
                  <a:srgbClr val="00FFCC"/>
                </a:solidFill>
                <a:effectLst/>
                <a:latin typeface="Times New Roman" pitchFamily="18" charset="0"/>
              </a:rPr>
              <a:t>In 2020 General Service Colored My Life!</a:t>
            </a:r>
            <a:endParaRPr lang="en-US" dirty="0">
              <a:effectLst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B428D47-8488-431C-9773-7B96D4439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2" t="23729" r="21412" b="8475"/>
          <a:stretch/>
        </p:blipFill>
        <p:spPr>
          <a:xfrm>
            <a:off x="2118360" y="1143000"/>
            <a:ext cx="7955280" cy="5303520"/>
          </a:xfrm>
          <a:ln w="57150">
            <a:solidFill>
              <a:srgbClr val="FF99FF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20BC853-E16D-4C25-8A54-0265C8B0C7B9}"/>
              </a:ext>
            </a:extLst>
          </p:cNvPr>
          <p:cNvSpPr/>
          <p:nvPr/>
        </p:nvSpPr>
        <p:spPr bwMode="auto">
          <a:xfrm>
            <a:off x="5943600" y="1905000"/>
            <a:ext cx="3733800" cy="381000"/>
          </a:xfrm>
          <a:prstGeom prst="ellipse">
            <a:avLst/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40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>
              <a:defRPr/>
            </a:pPr>
            <a:b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</a:br>
            <a: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  <a:t> </a:t>
            </a:r>
            <a:br>
              <a:rPr lang="en-US" sz="4000" dirty="0">
                <a:solidFill>
                  <a:srgbClr val="FFFF00"/>
                </a:solidFill>
                <a:latin typeface="Times New Roman" pitchFamily="18" charset="0"/>
              </a:rPr>
            </a:br>
            <a:endParaRPr lang="en-US" sz="2800" dirty="0">
              <a:solidFill>
                <a:srgbClr val="FF99FF"/>
              </a:solidFill>
            </a:endParaRPr>
          </a:p>
        </p:txBody>
      </p:sp>
      <p:sp>
        <p:nvSpPr>
          <p:cNvPr id="11267" name="Content Placeholder 3"/>
          <p:cNvSpPr>
            <a:spLocks noGrp="1"/>
          </p:cNvSpPr>
          <p:nvPr>
            <p:ph idx="1"/>
          </p:nvPr>
        </p:nvSpPr>
        <p:spPr>
          <a:xfrm>
            <a:off x="2091267" y="1219200"/>
            <a:ext cx="8229600" cy="4495800"/>
          </a:xfrm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algn="ctr">
              <a:buNone/>
            </a:pPr>
            <a:endParaRPr lang="en-US" sz="48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Ed L, Mid-Southern California Area 09</a:t>
            </a: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Panel 70 delegate</a:t>
            </a: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msca09delegate70@yahoo.com</a:t>
            </a:r>
          </a:p>
          <a:p>
            <a:pPr marL="0" algn="ctr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Cell: (760) 964-0012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524000" y="-426719"/>
            <a:ext cx="9144000" cy="19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>
              <a:defRPr/>
            </a:pPr>
            <a:endParaRPr lang="en-US" sz="3500" b="1" dirty="0">
              <a:ln w="11430"/>
              <a:solidFill>
                <a:srgbClr val="00FFCC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itchFamily="18" charset="0"/>
            </a:endParaRPr>
          </a:p>
          <a:p>
            <a:pPr algn="ctr">
              <a:defRPr/>
            </a:pPr>
            <a:r>
              <a:rPr lang="en-US" sz="4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1</a:t>
            </a:r>
            <a:r>
              <a:rPr lang="en-US" sz="4400" baseline="30000" dirty="0">
                <a:ln w="11430"/>
                <a:solidFill>
                  <a:srgbClr val="00FFCC"/>
                </a:solidFill>
                <a:latin typeface="Times New Roman" pitchFamily="18" charset="0"/>
              </a:rPr>
              <a:t>st</a:t>
            </a:r>
            <a:r>
              <a:rPr lang="en-US" sz="4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 Virtual Viral COVID Conference</a:t>
            </a:r>
          </a:p>
          <a:p>
            <a:pPr algn="ctr">
              <a:defRPr/>
            </a:pPr>
            <a:r>
              <a:rPr lang="en-US" sz="2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of the </a:t>
            </a:r>
            <a:r>
              <a:rPr lang="en-US" sz="4400" dirty="0">
                <a:ln w="11430"/>
                <a:solidFill>
                  <a:srgbClr val="00FFCC"/>
                </a:solidFill>
                <a:latin typeface="Times New Roman" pitchFamily="18" charset="0"/>
              </a:rPr>
              <a:t>Pandemic Panel 70</a:t>
            </a:r>
            <a:endParaRPr lang="en-US" sz="3500" dirty="0">
              <a:ln w="11430"/>
              <a:solidFill>
                <a:srgbClr val="00FFC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72A2FA-A2EE-4925-A544-62FD96F058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907071"/>
            <a:ext cx="2167742" cy="2167742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761EEA-308D-4FDF-BA53-D16637BD75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73" t="5555" r="14395"/>
          <a:stretch/>
        </p:blipFill>
        <p:spPr>
          <a:xfrm>
            <a:off x="8840229" y="2975760"/>
            <a:ext cx="1393115" cy="3383280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00D6C7-9C3C-46CC-9F12-3BACA7BBE362}"/>
              </a:ext>
            </a:extLst>
          </p:cNvPr>
          <p:cNvSpPr txBox="1"/>
          <p:nvPr/>
        </p:nvSpPr>
        <p:spPr>
          <a:xfrm>
            <a:off x="4095363" y="489542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CC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https://www.dropbox.com/s/lnwd48lrrk1y2sx/%232020%20Report%20Back%20Brainstorm.Final.July%207%2C2020.pdf?dl=0</a:t>
            </a:r>
            <a:endParaRPr lang="en-US" dirty="0">
              <a:solidFill>
                <a:srgbClr val="FFCC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5DDEA-2235-4302-A34E-0CA35ABD36F7}"/>
              </a:ext>
            </a:extLst>
          </p:cNvPr>
          <p:cNvSpPr txBox="1"/>
          <p:nvPr/>
        </p:nvSpPr>
        <p:spPr>
          <a:xfrm rot="20022523">
            <a:off x="351069" y="1840111"/>
            <a:ext cx="2345862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Report-backs!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B3701-4888-4D99-AEC5-3390A28433BB}"/>
              </a:ext>
            </a:extLst>
          </p:cNvPr>
          <p:cNvSpPr txBox="1"/>
          <p:nvPr/>
        </p:nvSpPr>
        <p:spPr>
          <a:xfrm rot="1548716">
            <a:off x="9531583" y="1424992"/>
            <a:ext cx="2345862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Report-backs!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Mountain Top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ountain To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untain Top 1">
        <a:dk1>
          <a:srgbClr val="4C3A1C"/>
        </a:dk1>
        <a:lt1>
          <a:srgbClr val="FFFFFF"/>
        </a:lt1>
        <a:dk2>
          <a:srgbClr val="993300"/>
        </a:dk2>
        <a:lt2>
          <a:srgbClr val="CCAA00"/>
        </a:lt2>
        <a:accent1>
          <a:srgbClr val="FF3300"/>
        </a:accent1>
        <a:accent2>
          <a:srgbClr val="9E6600"/>
        </a:accent2>
        <a:accent3>
          <a:srgbClr val="CAADAA"/>
        </a:accent3>
        <a:accent4>
          <a:srgbClr val="DADADA"/>
        </a:accent4>
        <a:accent5>
          <a:srgbClr val="FFADAA"/>
        </a:accent5>
        <a:accent6>
          <a:srgbClr val="8F5C00"/>
        </a:accent6>
        <a:hlink>
          <a:srgbClr val="FFCC00"/>
        </a:hlink>
        <a:folHlink>
          <a:srgbClr val="F7DC9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2">
        <a:dk1>
          <a:srgbClr val="3D0058"/>
        </a:dk1>
        <a:lt1>
          <a:srgbClr val="FFFFFF"/>
        </a:lt1>
        <a:dk2>
          <a:srgbClr val="9188B0"/>
        </a:dk2>
        <a:lt2>
          <a:srgbClr val="DDE0DC"/>
        </a:lt2>
        <a:accent1>
          <a:srgbClr val="FFCC00"/>
        </a:accent1>
        <a:accent2>
          <a:srgbClr val="4C3D78"/>
        </a:accent2>
        <a:accent3>
          <a:srgbClr val="C7C3D4"/>
        </a:accent3>
        <a:accent4>
          <a:srgbClr val="DADADA"/>
        </a:accent4>
        <a:accent5>
          <a:srgbClr val="FFE2AA"/>
        </a:accent5>
        <a:accent6>
          <a:srgbClr val="44366C"/>
        </a:accent6>
        <a:hlink>
          <a:srgbClr val="743D78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3">
        <a:dk1>
          <a:srgbClr val="10104C"/>
        </a:dk1>
        <a:lt1>
          <a:srgbClr val="FFFFFF"/>
        </a:lt1>
        <a:dk2>
          <a:srgbClr val="003366"/>
        </a:dk2>
        <a:lt2>
          <a:srgbClr val="C6CCD4"/>
        </a:lt2>
        <a:accent1>
          <a:srgbClr val="33CCFF"/>
        </a:accent1>
        <a:accent2>
          <a:srgbClr val="5B5B8D"/>
        </a:accent2>
        <a:accent3>
          <a:srgbClr val="AAADB8"/>
        </a:accent3>
        <a:accent4>
          <a:srgbClr val="DADADA"/>
        </a:accent4>
        <a:accent5>
          <a:srgbClr val="ADE2FF"/>
        </a:accent5>
        <a:accent6>
          <a:srgbClr val="52527F"/>
        </a:accent6>
        <a:hlink>
          <a:srgbClr val="4529AB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4">
        <a:dk1>
          <a:srgbClr val="B0C8CA"/>
        </a:dk1>
        <a:lt1>
          <a:srgbClr val="FFFFFF"/>
        </a:lt1>
        <a:dk2>
          <a:srgbClr val="000099"/>
        </a:dk2>
        <a:lt2>
          <a:srgbClr val="FFFFFF"/>
        </a:lt2>
        <a:accent1>
          <a:srgbClr val="89C4FF"/>
        </a:accent1>
        <a:accent2>
          <a:srgbClr val="00008C"/>
        </a:accent2>
        <a:accent3>
          <a:srgbClr val="AAAACA"/>
        </a:accent3>
        <a:accent4>
          <a:srgbClr val="DADADA"/>
        </a:accent4>
        <a:accent5>
          <a:srgbClr val="C4DEFF"/>
        </a:accent5>
        <a:accent6>
          <a:srgbClr val="00007E"/>
        </a:accent6>
        <a:hlink>
          <a:srgbClr val="6666FF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5">
        <a:dk1>
          <a:srgbClr val="463416"/>
        </a:dk1>
        <a:lt1>
          <a:srgbClr val="FFFFFF"/>
        </a:lt1>
        <a:dk2>
          <a:srgbClr val="003399"/>
        </a:dk2>
        <a:lt2>
          <a:srgbClr val="E3E3FF"/>
        </a:lt2>
        <a:accent1>
          <a:srgbClr val="3399FF"/>
        </a:accent1>
        <a:accent2>
          <a:srgbClr val="33CCCC"/>
        </a:accent2>
        <a:accent3>
          <a:srgbClr val="AAADCA"/>
        </a:accent3>
        <a:accent4>
          <a:srgbClr val="DADADA"/>
        </a:accent4>
        <a:accent5>
          <a:srgbClr val="ADCAFF"/>
        </a:accent5>
        <a:accent6>
          <a:srgbClr val="2DB9B9"/>
        </a:accent6>
        <a:hlink>
          <a:srgbClr val="00FFCC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6">
        <a:dk1>
          <a:srgbClr val="809296"/>
        </a:dk1>
        <a:lt1>
          <a:srgbClr val="FFFFFF"/>
        </a:lt1>
        <a:dk2>
          <a:srgbClr val="6699FF"/>
        </a:dk2>
        <a:lt2>
          <a:srgbClr val="B3EDFF"/>
        </a:lt2>
        <a:accent1>
          <a:srgbClr val="FF9933"/>
        </a:accent1>
        <a:accent2>
          <a:srgbClr val="FFAA99"/>
        </a:accent2>
        <a:accent3>
          <a:srgbClr val="B8CAFF"/>
        </a:accent3>
        <a:accent4>
          <a:srgbClr val="DADADA"/>
        </a:accent4>
        <a:accent5>
          <a:srgbClr val="FFCAAD"/>
        </a:accent5>
        <a:accent6>
          <a:srgbClr val="E79A8A"/>
        </a:accent6>
        <a:hlink>
          <a:srgbClr val="FFCFA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7">
        <a:dk1>
          <a:srgbClr val="006666"/>
        </a:dk1>
        <a:lt1>
          <a:srgbClr val="FFFFFF"/>
        </a:lt1>
        <a:dk2>
          <a:srgbClr val="85D1E3"/>
        </a:dk2>
        <a:lt2>
          <a:srgbClr val="CCFFFF"/>
        </a:lt2>
        <a:accent1>
          <a:srgbClr val="FFCC00"/>
        </a:accent1>
        <a:accent2>
          <a:srgbClr val="00CC99"/>
        </a:accent2>
        <a:accent3>
          <a:srgbClr val="C2E5EF"/>
        </a:accent3>
        <a:accent4>
          <a:srgbClr val="DADADA"/>
        </a:accent4>
        <a:accent5>
          <a:srgbClr val="FFE2AA"/>
        </a:accent5>
        <a:accent6>
          <a:srgbClr val="00B98A"/>
        </a:accent6>
        <a:hlink>
          <a:srgbClr val="0099FF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8">
        <a:dk1>
          <a:srgbClr val="404B3D"/>
        </a:dk1>
        <a:lt1>
          <a:srgbClr val="FFFFFF"/>
        </a:lt1>
        <a:dk2>
          <a:srgbClr val="A7A491"/>
        </a:dk2>
        <a:lt2>
          <a:srgbClr val="CCD0CA"/>
        </a:lt2>
        <a:accent1>
          <a:srgbClr val="33CCCC"/>
        </a:accent1>
        <a:accent2>
          <a:srgbClr val="004E4C"/>
        </a:accent2>
        <a:accent3>
          <a:srgbClr val="D0CFC7"/>
        </a:accent3>
        <a:accent4>
          <a:srgbClr val="DADADA"/>
        </a:accent4>
        <a:accent5>
          <a:srgbClr val="ADE2E2"/>
        </a:accent5>
        <a:accent6>
          <a:srgbClr val="004644"/>
        </a:accent6>
        <a:hlink>
          <a:srgbClr val="477781"/>
        </a:hlink>
        <a:folHlink>
          <a:srgbClr val="85CC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9">
        <a:dk1>
          <a:srgbClr val="000000"/>
        </a:dk1>
        <a:lt1>
          <a:srgbClr val="FFFFFF"/>
        </a:lt1>
        <a:dk2>
          <a:srgbClr val="FFFFAF"/>
        </a:dk2>
        <a:lt2>
          <a:srgbClr val="676597"/>
        </a:lt2>
        <a:accent1>
          <a:srgbClr val="66CCFF"/>
        </a:accent1>
        <a:accent2>
          <a:srgbClr val="CCEC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B9D6E7"/>
        </a:accent6>
        <a:hlink>
          <a:srgbClr val="6600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2228</TotalTime>
  <Words>998</Words>
  <Application>Microsoft Office PowerPoint</Application>
  <PresentationFormat>Widescreen</PresentationFormat>
  <Paragraphs>170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Times New Roman</vt:lpstr>
      <vt:lpstr>Mountain Top</vt:lpstr>
      <vt:lpstr>   </vt:lpstr>
      <vt:lpstr>Area 09: Since 1958, 8th Conference</vt:lpstr>
      <vt:lpstr>13 Conference Committees</vt:lpstr>
      <vt:lpstr>Communication by Website </vt:lpstr>
      <vt:lpstr>Accessing Final Agenda Items </vt:lpstr>
      <vt:lpstr>Agenda Items Publicly Available</vt:lpstr>
      <vt:lpstr>PowerPoint Presentation</vt:lpstr>
      <vt:lpstr>PowerPoint Presentation</vt:lpstr>
      <vt:lpstr>Confidential Resources</vt:lpstr>
      <vt:lpstr>Accessing Confidential Items </vt:lpstr>
      <vt:lpstr>Accessing Confidential Information</vt:lpstr>
      <vt:lpstr>Navigating Background Information</vt:lpstr>
      <vt:lpstr>Background Information</vt:lpstr>
      <vt:lpstr>Gathering Feedback &amp; Capturing Votes</vt:lpstr>
      <vt:lpstr>Summary Tables</vt:lpstr>
      <vt:lpstr>To Question or  Not to Question</vt:lpstr>
      <vt:lpstr>Multiple Page Numbers</vt:lpstr>
      <vt:lpstr>PowerPoint Presentation</vt:lpstr>
      <vt:lpstr>PowerPoint Presentation</vt:lpstr>
      <vt:lpstr>Accessing Google Forms</vt:lpstr>
      <vt:lpstr>Google Forms</vt:lpstr>
      <vt:lpstr>Completing Google Forms</vt:lpstr>
      <vt:lpstr>Google Forms       </vt:lpstr>
      <vt:lpstr>PowerPoint Presentation</vt:lpstr>
      <vt:lpstr>PowerPoint Presentation</vt:lpstr>
      <vt:lpstr>PowerPoint Presentation</vt:lpstr>
      <vt:lpstr>PowerPoint Presentation</vt:lpstr>
      <vt:lpstr>At the end of 13 Committees:</vt:lpstr>
      <vt:lpstr>Automatically Uploaded to Excel</vt:lpstr>
      <vt:lpstr>Preferences for Feedback:</vt:lpstr>
      <vt:lpstr>Informed Group Conscience</vt:lpstr>
      <vt:lpstr>In 2020 General Service Colored My Life!</vt:lpstr>
      <vt:lpstr>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LaRue</dc:creator>
  <cp:lastModifiedBy>Ed LaRue</cp:lastModifiedBy>
  <cp:revision>156</cp:revision>
  <dcterms:created xsi:type="dcterms:W3CDTF">2021-02-10T14:53:57Z</dcterms:created>
  <dcterms:modified xsi:type="dcterms:W3CDTF">2021-03-14T03:25:51Z</dcterms:modified>
</cp:coreProperties>
</file>