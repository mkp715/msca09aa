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80" r:id="rId3"/>
    <p:sldId id="931" r:id="rId4"/>
    <p:sldId id="281" r:id="rId5"/>
    <p:sldId id="282" r:id="rId6"/>
    <p:sldId id="924" r:id="rId7"/>
    <p:sldId id="925" r:id="rId8"/>
    <p:sldId id="926" r:id="rId9"/>
    <p:sldId id="283" r:id="rId10"/>
    <p:sldId id="923" r:id="rId11"/>
    <p:sldId id="927" r:id="rId12"/>
    <p:sldId id="286" r:id="rId13"/>
    <p:sldId id="933" r:id="rId14"/>
    <p:sldId id="937" r:id="rId15"/>
    <p:sldId id="930" r:id="rId16"/>
    <p:sldId id="935" r:id="rId17"/>
    <p:sldId id="936" r:id="rId18"/>
    <p:sldId id="288" r:id="rId19"/>
    <p:sldId id="323" r:id="rId20"/>
    <p:sldId id="928" r:id="rId21"/>
    <p:sldId id="289" r:id="rId22"/>
    <p:sldId id="929" r:id="rId23"/>
    <p:sldId id="291" r:id="rId24"/>
    <p:sldId id="921" r:id="rId25"/>
    <p:sldId id="940" r:id="rId26"/>
    <p:sldId id="941" r:id="rId27"/>
    <p:sldId id="942" r:id="rId28"/>
    <p:sldId id="943" r:id="rId29"/>
    <p:sldId id="290" r:id="rId30"/>
    <p:sldId id="944" r:id="rId31"/>
    <p:sldId id="922" r:id="rId32"/>
    <p:sldId id="914" r:id="rId33"/>
    <p:sldId id="90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CCFF"/>
    <a:srgbClr val="00FFCC"/>
    <a:srgbClr val="0000FF"/>
    <a:srgbClr val="0066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-8467" y="20638"/>
            <a:ext cx="12192000" cy="6858000"/>
            <a:chOff x="0" y="0"/>
            <a:chExt cx="5760" cy="4320"/>
          </a:xfrm>
        </p:grpSpPr>
        <p:sp>
          <p:nvSpPr>
            <p:cNvPr id="5" name="Freeform 29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6" name="Freeform 30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7" name="Freeform 31"/>
          <p:cNvSpPr>
            <a:spLocks/>
          </p:cNvSpPr>
          <p:nvPr/>
        </p:nvSpPr>
        <p:spPr bwMode="hidden">
          <a:xfrm>
            <a:off x="8322733" y="6269038"/>
            <a:ext cx="3860800" cy="609600"/>
          </a:xfrm>
          <a:custGeom>
            <a:avLst/>
            <a:gdLst/>
            <a:ahLst/>
            <a:cxnLst>
              <a:cxn ang="0">
                <a:pos x="5748" y="246"/>
              </a:cxn>
              <a:cxn ang="0">
                <a:pos x="0" y="246"/>
              </a:cxn>
              <a:cxn ang="0">
                <a:pos x="0" y="0"/>
              </a:cxn>
              <a:cxn ang="0">
                <a:pos x="5748" y="0"/>
              </a:cxn>
              <a:cxn ang="0">
                <a:pos x="5748" y="246"/>
              </a:cxn>
              <a:cxn ang="0">
                <a:pos x="5748" y="246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800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-2117" y="6034088"/>
            <a:ext cx="10460568" cy="850900"/>
            <a:chOff x="0" y="3792"/>
            <a:chExt cx="4942" cy="536"/>
          </a:xfrm>
        </p:grpSpPr>
        <p:sp>
          <p:nvSpPr>
            <p:cNvPr id="9" name="Freeform 8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grpSp>
          <p:nvGrpSpPr>
            <p:cNvPr id="10" name="Group 9"/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12" name="Freeform 10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/>
                <a:ahLst/>
                <a:cxnLst>
                  <a:cxn ang="0">
                    <a:pos x="636" y="373"/>
                  </a:cxn>
                  <a:cxn ang="0">
                    <a:pos x="495" y="370"/>
                  </a:cxn>
                  <a:cxn ang="0">
                    <a:pos x="280" y="249"/>
                  </a:cxn>
                  <a:cxn ang="0">
                    <a:pos x="127" y="66"/>
                  </a:cxn>
                  <a:cxn ang="0">
                    <a:pos x="0" y="0"/>
                  </a:cxn>
                  <a:cxn ang="0">
                    <a:pos x="22" y="26"/>
                  </a:cxn>
                  <a:cxn ang="0">
                    <a:pos x="0" y="65"/>
                  </a:cxn>
                  <a:cxn ang="0">
                    <a:pos x="30" y="119"/>
                  </a:cxn>
                  <a:cxn ang="0">
                    <a:pos x="75" y="243"/>
                  </a:cxn>
                  <a:cxn ang="0">
                    <a:pos x="45" y="422"/>
                  </a:cxn>
                  <a:cxn ang="0">
                    <a:pos x="200" y="329"/>
                  </a:cxn>
                  <a:cxn ang="0">
                    <a:pos x="592" y="527"/>
                  </a:cxn>
                  <a:cxn ang="0">
                    <a:pos x="994" y="529"/>
                  </a:cxn>
                  <a:cxn ang="0">
                    <a:pos x="828" y="473"/>
                  </a:cxn>
                  <a:cxn ang="0">
                    <a:pos x="636" y="373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3" name="Freeform 11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54" y="18"/>
                  </a:cxn>
                  <a:cxn ang="0">
                    <a:pos x="24" y="30"/>
                  </a:cxn>
                  <a:cxn ang="0">
                    <a:pos x="18" y="66"/>
                  </a:cxn>
                  <a:cxn ang="0">
                    <a:pos x="42" y="114"/>
                  </a:cxn>
                  <a:cxn ang="0">
                    <a:pos x="48" y="162"/>
                  </a:cxn>
                  <a:cxn ang="0">
                    <a:pos x="0" y="353"/>
                  </a:cxn>
                  <a:cxn ang="0">
                    <a:pos x="54" y="233"/>
                  </a:cxn>
                  <a:cxn ang="0">
                    <a:pos x="84" y="216"/>
                  </a:cxn>
                  <a:cxn ang="0">
                    <a:pos x="126" y="126"/>
                  </a:cxn>
                  <a:cxn ang="0">
                    <a:pos x="144" y="120"/>
                  </a:cxn>
                  <a:cxn ang="0">
                    <a:pos x="144" y="90"/>
                  </a:cxn>
                  <a:cxn ang="0">
                    <a:pos x="186" y="66"/>
                  </a:cxn>
                  <a:cxn ang="0">
                    <a:pos x="162" y="60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4" name="Freeform 12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2" y="13"/>
                  </a:cxn>
                  <a:cxn ang="0">
                    <a:pos x="0" y="40"/>
                  </a:cxn>
                  <a:cxn ang="0">
                    <a:pos x="60" y="121"/>
                  </a:cxn>
                  <a:cxn ang="0">
                    <a:pos x="310" y="271"/>
                  </a:cxn>
                  <a:cxn ang="0">
                    <a:pos x="290" y="139"/>
                  </a:cxn>
                  <a:cxn ang="0">
                    <a:pos x="378" y="76"/>
                  </a:cxn>
                  <a:cxn ang="0">
                    <a:pos x="251" y="94"/>
                  </a:cxn>
                  <a:cxn ang="0">
                    <a:pos x="90" y="54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5" name="Freeform 13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/>
                <a:ahLst/>
                <a:cxnLst>
                  <a:cxn ang="0">
                    <a:pos x="1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6" y="6"/>
                  </a:cxn>
                  <a:cxn ang="0">
                    <a:pos x="6" y="18"/>
                  </a:cxn>
                  <a:cxn ang="0">
                    <a:pos x="0" y="24"/>
                  </a:cxn>
                  <a:cxn ang="0">
                    <a:pos x="78" y="60"/>
                  </a:cxn>
                  <a:cxn ang="0">
                    <a:pos x="96" y="42"/>
                  </a:cxn>
                  <a:cxn ang="0">
                    <a:pos x="155" y="66"/>
                  </a:cxn>
                  <a:cxn ang="0">
                    <a:pos x="126" y="24"/>
                  </a:cxn>
                  <a:cxn ang="0">
                    <a:pos x="149" y="0"/>
                  </a:cxn>
                  <a:cxn ang="0">
                    <a:pos x="114" y="0"/>
                  </a:cxn>
                  <a:cxn ang="0">
                    <a:pos x="114" y="0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6" name="Freeform 14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/>
                <a:ahLst/>
                <a:cxnLst>
                  <a:cxn ang="0">
                    <a:pos x="6" y="36"/>
                  </a:cxn>
                  <a:cxn ang="0">
                    <a:pos x="0" y="18"/>
                  </a:cxn>
                  <a:cxn ang="0">
                    <a:pos x="12" y="6"/>
                  </a:cxn>
                  <a:cxn ang="0">
                    <a:pos x="0" y="6"/>
                  </a:cxn>
                  <a:cxn ang="0">
                    <a:pos x="12" y="6"/>
                  </a:cxn>
                  <a:cxn ang="0">
                    <a:pos x="24" y="6"/>
                  </a:cxn>
                  <a:cxn ang="0">
                    <a:pos x="36" y="6"/>
                  </a:cxn>
                  <a:cxn ang="0">
                    <a:pos x="42" y="0"/>
                  </a:cxn>
                  <a:cxn ang="0">
                    <a:pos x="30" y="18"/>
                  </a:cxn>
                  <a:cxn ang="0">
                    <a:pos x="42" y="48"/>
                  </a:cxn>
                  <a:cxn ang="0">
                    <a:pos x="12" y="72"/>
                  </a:cxn>
                  <a:cxn ang="0">
                    <a:pos x="6" y="36"/>
                  </a:cxn>
                  <a:cxn ang="0">
                    <a:pos x="6" y="36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</p:grpSp>
        <p:sp>
          <p:nvSpPr>
            <p:cNvPr id="11" name="Freeform 15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836085" y="6021388"/>
            <a:ext cx="7579783" cy="849312"/>
            <a:chOff x="395" y="3793"/>
            <a:chExt cx="3581" cy="535"/>
          </a:xfrm>
        </p:grpSpPr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0" y="60"/>
                </a:cxn>
                <a:cxn ang="0">
                  <a:pos x="66" y="108"/>
                </a:cxn>
                <a:cxn ang="0">
                  <a:pos x="143" y="180"/>
                </a:cxn>
                <a:cxn ang="0">
                  <a:pos x="191" y="168"/>
                </a:cxn>
                <a:cxn ang="0">
                  <a:pos x="341" y="287"/>
                </a:cxn>
                <a:cxn ang="0">
                  <a:pos x="305" y="174"/>
                </a:cxn>
                <a:cxn ang="0">
                  <a:pos x="365" y="132"/>
                </a:cxn>
                <a:cxn ang="0">
                  <a:pos x="359" y="126"/>
                </a:cxn>
                <a:cxn ang="0">
                  <a:pos x="335" y="114"/>
                </a:cxn>
                <a:cxn ang="0">
                  <a:pos x="299" y="90"/>
                </a:cxn>
                <a:cxn ang="0">
                  <a:pos x="257" y="72"/>
                </a:cxn>
                <a:cxn ang="0">
                  <a:pos x="215" y="54"/>
                </a:cxn>
                <a:cxn ang="0">
                  <a:pos x="173" y="36"/>
                </a:cxn>
                <a:cxn ang="0">
                  <a:pos x="143" y="24"/>
                </a:cxn>
                <a:cxn ang="0">
                  <a:pos x="131" y="18"/>
                </a:cxn>
                <a:cxn ang="0">
                  <a:pos x="107" y="18"/>
                </a:cxn>
                <a:cxn ang="0">
                  <a:pos x="95" y="18"/>
                </a:cxn>
                <a:cxn ang="0">
                  <a:pos x="72" y="12"/>
                </a:cxn>
                <a:cxn ang="0">
                  <a:pos x="66" y="12"/>
                </a:cxn>
                <a:cxn ang="0">
                  <a:pos x="54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/>
              <a:ahLst/>
              <a:cxnLst>
                <a:cxn ang="0">
                  <a:pos x="186" y="18"/>
                </a:cxn>
                <a:cxn ang="0">
                  <a:pos x="138" y="6"/>
                </a:cxn>
                <a:cxn ang="0">
                  <a:pos x="96" y="0"/>
                </a:cxn>
                <a:cxn ang="0">
                  <a:pos x="36" y="0"/>
                </a:cxn>
                <a:cxn ang="0">
                  <a:pos x="12" y="25"/>
                </a:cxn>
                <a:cxn ang="0">
                  <a:pos x="0" y="128"/>
                </a:cxn>
                <a:cxn ang="0">
                  <a:pos x="60" y="104"/>
                </a:cxn>
                <a:cxn ang="0">
                  <a:pos x="90" y="134"/>
                </a:cxn>
                <a:cxn ang="0">
                  <a:pos x="150" y="153"/>
                </a:cxn>
                <a:cxn ang="0">
                  <a:pos x="209" y="273"/>
                </a:cxn>
                <a:cxn ang="0">
                  <a:pos x="401" y="359"/>
                </a:cxn>
                <a:cxn ang="0">
                  <a:pos x="777" y="359"/>
                </a:cxn>
                <a:cxn ang="0">
                  <a:pos x="2033" y="499"/>
                </a:cxn>
                <a:cxn ang="0">
                  <a:pos x="2033" y="499"/>
                </a:cxn>
                <a:cxn ang="0">
                  <a:pos x="1991" y="493"/>
                </a:cxn>
                <a:cxn ang="0">
                  <a:pos x="676" y="243"/>
                </a:cxn>
                <a:cxn ang="0">
                  <a:pos x="514" y="159"/>
                </a:cxn>
                <a:cxn ang="0">
                  <a:pos x="425" y="110"/>
                </a:cxn>
                <a:cxn ang="0">
                  <a:pos x="365" y="92"/>
                </a:cxn>
                <a:cxn ang="0">
                  <a:pos x="281" y="61"/>
                </a:cxn>
                <a:cxn ang="0">
                  <a:pos x="186" y="18"/>
                </a:cxn>
                <a:cxn ang="0">
                  <a:pos x="186" y="18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53" y="18"/>
                </a:cxn>
                <a:cxn ang="0">
                  <a:pos x="59" y="30"/>
                </a:cxn>
                <a:cxn ang="0">
                  <a:pos x="65" y="42"/>
                </a:cxn>
                <a:cxn ang="0">
                  <a:pos x="71" y="54"/>
                </a:cxn>
                <a:cxn ang="0">
                  <a:pos x="71" y="60"/>
                </a:cxn>
                <a:cxn ang="0">
                  <a:pos x="59" y="54"/>
                </a:cxn>
                <a:cxn ang="0">
                  <a:pos x="47" y="42"/>
                </a:cxn>
                <a:cxn ang="0">
                  <a:pos x="23" y="30"/>
                </a:cxn>
                <a:cxn ang="0">
                  <a:pos x="23" y="36"/>
                </a:cxn>
                <a:cxn ang="0">
                  <a:pos x="18" y="42"/>
                </a:cxn>
                <a:cxn ang="0">
                  <a:pos x="12" y="48"/>
                </a:cxn>
                <a:cxn ang="0">
                  <a:pos x="6" y="48"/>
                </a:cxn>
                <a:cxn ang="0">
                  <a:pos x="6" y="48"/>
                </a:cxn>
                <a:cxn ang="0">
                  <a:pos x="6" y="3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48" y="6"/>
                </a:cxn>
                <a:cxn ang="0">
                  <a:pos x="72" y="6"/>
                </a:cxn>
                <a:cxn ang="0">
                  <a:pos x="114" y="12"/>
                </a:cxn>
                <a:cxn ang="0">
                  <a:pos x="96" y="54"/>
                </a:cxn>
                <a:cxn ang="0">
                  <a:pos x="96" y="60"/>
                </a:cxn>
                <a:cxn ang="0">
                  <a:pos x="102" y="72"/>
                </a:cxn>
                <a:cxn ang="0">
                  <a:pos x="108" y="84"/>
                </a:cxn>
                <a:cxn ang="0">
                  <a:pos x="120" y="96"/>
                </a:cxn>
                <a:cxn ang="0">
                  <a:pos x="143" y="114"/>
                </a:cxn>
                <a:cxn ang="0">
                  <a:pos x="155" y="138"/>
                </a:cxn>
                <a:cxn ang="0">
                  <a:pos x="161" y="156"/>
                </a:cxn>
                <a:cxn ang="0">
                  <a:pos x="161" y="162"/>
                </a:cxn>
                <a:cxn ang="0">
                  <a:pos x="96" y="102"/>
                </a:cxn>
                <a:cxn ang="0">
                  <a:pos x="30" y="54"/>
                </a:cxn>
                <a:cxn ang="0">
                  <a:pos x="0" y="0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/>
              <a:ahLst/>
              <a:cxnLst>
                <a:cxn ang="0">
                  <a:pos x="59" y="6"/>
                </a:cxn>
                <a:cxn ang="0">
                  <a:pos x="41" y="30"/>
                </a:cxn>
                <a:cxn ang="0">
                  <a:pos x="41" y="36"/>
                </a:cxn>
                <a:cxn ang="0">
                  <a:pos x="47" y="42"/>
                </a:cxn>
                <a:cxn ang="0">
                  <a:pos x="53" y="54"/>
                </a:cxn>
                <a:cxn ang="0">
                  <a:pos x="53" y="60"/>
                </a:cxn>
                <a:cxn ang="0">
                  <a:pos x="47" y="54"/>
                </a:cxn>
                <a:cxn ang="0">
                  <a:pos x="35" y="48"/>
                </a:cxn>
                <a:cxn ang="0">
                  <a:pos x="23" y="36"/>
                </a:cxn>
                <a:cxn ang="0">
                  <a:pos x="17" y="30"/>
                </a:cxn>
                <a:cxn ang="0">
                  <a:pos x="0" y="0"/>
                </a:cxn>
                <a:cxn ang="0">
                  <a:pos x="59" y="6"/>
                </a:cxn>
                <a:cxn ang="0">
                  <a:pos x="59" y="6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/>
              <a:ahLst/>
              <a:cxnLst>
                <a:cxn ang="0">
                  <a:pos x="233" y="36"/>
                </a:cxn>
                <a:cxn ang="0">
                  <a:pos x="245" y="42"/>
                </a:cxn>
                <a:cxn ang="0">
                  <a:pos x="209" y="84"/>
                </a:cxn>
                <a:cxn ang="0">
                  <a:pos x="143" y="132"/>
                </a:cxn>
                <a:cxn ang="0">
                  <a:pos x="167" y="156"/>
                </a:cxn>
                <a:cxn ang="0">
                  <a:pos x="179" y="204"/>
                </a:cxn>
                <a:cxn ang="0">
                  <a:pos x="77" y="132"/>
                </a:cxn>
                <a:cxn ang="0">
                  <a:pos x="47" y="84"/>
                </a:cxn>
                <a:cxn ang="0">
                  <a:pos x="89" y="66"/>
                </a:cxn>
                <a:cxn ang="0">
                  <a:pos x="59" y="36"/>
                </a:cxn>
                <a:cxn ang="0">
                  <a:pos x="0" y="1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2" y="0"/>
                </a:cxn>
                <a:cxn ang="0">
                  <a:pos x="47" y="6"/>
                </a:cxn>
                <a:cxn ang="0">
                  <a:pos x="77" y="6"/>
                </a:cxn>
                <a:cxn ang="0">
                  <a:pos x="83" y="6"/>
                </a:cxn>
                <a:cxn ang="0">
                  <a:pos x="89" y="6"/>
                </a:cxn>
                <a:cxn ang="0">
                  <a:pos x="101" y="12"/>
                </a:cxn>
                <a:cxn ang="0">
                  <a:pos x="125" y="12"/>
                </a:cxn>
                <a:cxn ang="0">
                  <a:pos x="143" y="18"/>
                </a:cxn>
                <a:cxn ang="0">
                  <a:pos x="149" y="18"/>
                </a:cxn>
                <a:cxn ang="0">
                  <a:pos x="149" y="18"/>
                </a:cxn>
                <a:cxn ang="0">
                  <a:pos x="203" y="24"/>
                </a:cxn>
                <a:cxn ang="0">
                  <a:pos x="233" y="36"/>
                </a:cxn>
                <a:cxn ang="0">
                  <a:pos x="233" y="36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388119" name="Rectangle 23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447801"/>
            <a:ext cx="10972800" cy="173672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8120" name="Rectangle 2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429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Rectangle 25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" name="Rectangle 2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13FFD-AE7C-4339-8E7E-B9B811F6B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6" name="Rectangle 27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9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2DA84-DACE-4451-B512-77F0A4DC6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9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76817-5260-4068-B374-EC70A480E6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1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8AF2E-CA39-460B-9FA6-9417C8ECC1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2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2D885-6B16-409D-A79A-0A30E4A0A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E6FFD-7924-43F3-82F9-257368FEE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4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B65CD-C0B3-459D-AB51-8515A83DB2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2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646B9-446B-4A02-A33B-9909B0E137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8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0CD22-0F51-4249-9FE5-02BEFEFD92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DB068-D922-4F5C-A4C2-EA745E6DA0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0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5DABE-C7D7-4723-A6FF-A343100644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68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8315E-CCC9-4E24-B595-F4B263FE3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8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3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387076" name="Freeform 4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77" name="Freeform 5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387078" name="Freeform 6"/>
          <p:cNvSpPr>
            <a:spLocks/>
          </p:cNvSpPr>
          <p:nvPr/>
        </p:nvSpPr>
        <p:spPr bwMode="hidden">
          <a:xfrm>
            <a:off x="8331200" y="6262688"/>
            <a:ext cx="3860800" cy="609600"/>
          </a:xfrm>
          <a:custGeom>
            <a:avLst/>
            <a:gdLst/>
            <a:ahLst/>
            <a:cxnLst>
              <a:cxn ang="0">
                <a:pos x="5748" y="246"/>
              </a:cxn>
              <a:cxn ang="0">
                <a:pos x="0" y="246"/>
              </a:cxn>
              <a:cxn ang="0">
                <a:pos x="0" y="0"/>
              </a:cxn>
              <a:cxn ang="0">
                <a:pos x="5748" y="0"/>
              </a:cxn>
              <a:cxn ang="0">
                <a:pos x="5748" y="246"/>
              </a:cxn>
              <a:cxn ang="0">
                <a:pos x="5748" y="246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800"/>
          </a:p>
        </p:txBody>
      </p:sp>
      <p:grpSp>
        <p:nvGrpSpPr>
          <p:cNvPr id="9220" name="Group 7"/>
          <p:cNvGrpSpPr>
            <a:grpSpLocks/>
          </p:cNvGrpSpPr>
          <p:nvPr/>
        </p:nvGrpSpPr>
        <p:grpSpPr bwMode="auto">
          <a:xfrm>
            <a:off x="0" y="6019800"/>
            <a:ext cx="10464800" cy="857250"/>
            <a:chOff x="0" y="3792"/>
            <a:chExt cx="4944" cy="540"/>
          </a:xfrm>
        </p:grpSpPr>
        <p:sp>
          <p:nvSpPr>
            <p:cNvPr id="387080" name="Freeform 8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grpSp>
          <p:nvGrpSpPr>
            <p:cNvPr id="9234" name="Group 9"/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387082" name="Freeform 10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/>
                <a:ahLst/>
                <a:cxnLst>
                  <a:cxn ang="0">
                    <a:pos x="636" y="373"/>
                  </a:cxn>
                  <a:cxn ang="0">
                    <a:pos x="495" y="370"/>
                  </a:cxn>
                  <a:cxn ang="0">
                    <a:pos x="280" y="249"/>
                  </a:cxn>
                  <a:cxn ang="0">
                    <a:pos x="127" y="66"/>
                  </a:cxn>
                  <a:cxn ang="0">
                    <a:pos x="0" y="0"/>
                  </a:cxn>
                  <a:cxn ang="0">
                    <a:pos x="22" y="26"/>
                  </a:cxn>
                  <a:cxn ang="0">
                    <a:pos x="0" y="65"/>
                  </a:cxn>
                  <a:cxn ang="0">
                    <a:pos x="30" y="119"/>
                  </a:cxn>
                  <a:cxn ang="0">
                    <a:pos x="75" y="243"/>
                  </a:cxn>
                  <a:cxn ang="0">
                    <a:pos x="45" y="422"/>
                  </a:cxn>
                  <a:cxn ang="0">
                    <a:pos x="200" y="329"/>
                  </a:cxn>
                  <a:cxn ang="0">
                    <a:pos x="612" y="533"/>
                  </a:cxn>
                  <a:cxn ang="0">
                    <a:pos x="996" y="529"/>
                  </a:cxn>
                  <a:cxn ang="0">
                    <a:pos x="828" y="473"/>
                  </a:cxn>
                  <a:cxn ang="0">
                    <a:pos x="636" y="373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3" name="Freeform 11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54" y="18"/>
                  </a:cxn>
                  <a:cxn ang="0">
                    <a:pos x="24" y="30"/>
                  </a:cxn>
                  <a:cxn ang="0">
                    <a:pos x="18" y="66"/>
                  </a:cxn>
                  <a:cxn ang="0">
                    <a:pos x="42" y="114"/>
                  </a:cxn>
                  <a:cxn ang="0">
                    <a:pos x="48" y="162"/>
                  </a:cxn>
                  <a:cxn ang="0">
                    <a:pos x="0" y="353"/>
                  </a:cxn>
                  <a:cxn ang="0">
                    <a:pos x="54" y="233"/>
                  </a:cxn>
                  <a:cxn ang="0">
                    <a:pos x="84" y="216"/>
                  </a:cxn>
                  <a:cxn ang="0">
                    <a:pos x="126" y="126"/>
                  </a:cxn>
                  <a:cxn ang="0">
                    <a:pos x="144" y="120"/>
                  </a:cxn>
                  <a:cxn ang="0">
                    <a:pos x="144" y="90"/>
                  </a:cxn>
                  <a:cxn ang="0">
                    <a:pos x="186" y="66"/>
                  </a:cxn>
                  <a:cxn ang="0">
                    <a:pos x="162" y="60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4" name="Freeform 12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2" y="13"/>
                  </a:cxn>
                  <a:cxn ang="0">
                    <a:pos x="0" y="40"/>
                  </a:cxn>
                  <a:cxn ang="0">
                    <a:pos x="60" y="121"/>
                  </a:cxn>
                  <a:cxn ang="0">
                    <a:pos x="310" y="271"/>
                  </a:cxn>
                  <a:cxn ang="0">
                    <a:pos x="290" y="139"/>
                  </a:cxn>
                  <a:cxn ang="0">
                    <a:pos x="378" y="76"/>
                  </a:cxn>
                  <a:cxn ang="0">
                    <a:pos x="251" y="94"/>
                  </a:cxn>
                  <a:cxn ang="0">
                    <a:pos x="90" y="54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5" name="Freeform 13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/>
                <a:ahLst/>
                <a:cxnLst>
                  <a:cxn ang="0">
                    <a:pos x="1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6" y="6"/>
                  </a:cxn>
                  <a:cxn ang="0">
                    <a:pos x="6" y="18"/>
                  </a:cxn>
                  <a:cxn ang="0">
                    <a:pos x="0" y="24"/>
                  </a:cxn>
                  <a:cxn ang="0">
                    <a:pos x="78" y="60"/>
                  </a:cxn>
                  <a:cxn ang="0">
                    <a:pos x="96" y="42"/>
                  </a:cxn>
                  <a:cxn ang="0">
                    <a:pos x="155" y="66"/>
                  </a:cxn>
                  <a:cxn ang="0">
                    <a:pos x="126" y="24"/>
                  </a:cxn>
                  <a:cxn ang="0">
                    <a:pos x="149" y="0"/>
                  </a:cxn>
                  <a:cxn ang="0">
                    <a:pos x="114" y="0"/>
                  </a:cxn>
                  <a:cxn ang="0">
                    <a:pos x="114" y="0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6" name="Freeform 14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/>
                <a:ahLst/>
                <a:cxnLst>
                  <a:cxn ang="0">
                    <a:pos x="6" y="36"/>
                  </a:cxn>
                  <a:cxn ang="0">
                    <a:pos x="0" y="18"/>
                  </a:cxn>
                  <a:cxn ang="0">
                    <a:pos x="12" y="6"/>
                  </a:cxn>
                  <a:cxn ang="0">
                    <a:pos x="0" y="6"/>
                  </a:cxn>
                  <a:cxn ang="0">
                    <a:pos x="12" y="6"/>
                  </a:cxn>
                  <a:cxn ang="0">
                    <a:pos x="24" y="6"/>
                  </a:cxn>
                  <a:cxn ang="0">
                    <a:pos x="36" y="6"/>
                  </a:cxn>
                  <a:cxn ang="0">
                    <a:pos x="42" y="0"/>
                  </a:cxn>
                  <a:cxn ang="0">
                    <a:pos x="30" y="18"/>
                  </a:cxn>
                  <a:cxn ang="0">
                    <a:pos x="42" y="48"/>
                  </a:cxn>
                  <a:cxn ang="0">
                    <a:pos x="12" y="72"/>
                  </a:cxn>
                  <a:cxn ang="0">
                    <a:pos x="6" y="36"/>
                  </a:cxn>
                  <a:cxn ang="0">
                    <a:pos x="6" y="36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</p:grpSp>
        <p:sp>
          <p:nvSpPr>
            <p:cNvPr id="387087" name="Freeform 15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grpSp>
        <p:nvGrpSpPr>
          <p:cNvPr id="9221" name="Group 16"/>
          <p:cNvGrpSpPr>
            <a:grpSpLocks/>
          </p:cNvGrpSpPr>
          <p:nvPr/>
        </p:nvGrpSpPr>
        <p:grpSpPr bwMode="auto">
          <a:xfrm>
            <a:off x="836085" y="6021388"/>
            <a:ext cx="7579783" cy="849312"/>
            <a:chOff x="395" y="3793"/>
            <a:chExt cx="3581" cy="535"/>
          </a:xfrm>
        </p:grpSpPr>
        <p:sp>
          <p:nvSpPr>
            <p:cNvPr id="387089" name="Freeform 17"/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0" y="60"/>
                </a:cxn>
                <a:cxn ang="0">
                  <a:pos x="66" y="108"/>
                </a:cxn>
                <a:cxn ang="0">
                  <a:pos x="143" y="180"/>
                </a:cxn>
                <a:cxn ang="0">
                  <a:pos x="191" y="168"/>
                </a:cxn>
                <a:cxn ang="0">
                  <a:pos x="341" y="287"/>
                </a:cxn>
                <a:cxn ang="0">
                  <a:pos x="305" y="174"/>
                </a:cxn>
                <a:cxn ang="0">
                  <a:pos x="365" y="132"/>
                </a:cxn>
                <a:cxn ang="0">
                  <a:pos x="359" y="126"/>
                </a:cxn>
                <a:cxn ang="0">
                  <a:pos x="335" y="114"/>
                </a:cxn>
                <a:cxn ang="0">
                  <a:pos x="299" y="90"/>
                </a:cxn>
                <a:cxn ang="0">
                  <a:pos x="257" y="72"/>
                </a:cxn>
                <a:cxn ang="0">
                  <a:pos x="215" y="54"/>
                </a:cxn>
                <a:cxn ang="0">
                  <a:pos x="173" y="36"/>
                </a:cxn>
                <a:cxn ang="0">
                  <a:pos x="143" y="24"/>
                </a:cxn>
                <a:cxn ang="0">
                  <a:pos x="131" y="18"/>
                </a:cxn>
                <a:cxn ang="0">
                  <a:pos x="107" y="18"/>
                </a:cxn>
                <a:cxn ang="0">
                  <a:pos x="95" y="18"/>
                </a:cxn>
                <a:cxn ang="0">
                  <a:pos x="72" y="12"/>
                </a:cxn>
                <a:cxn ang="0">
                  <a:pos x="66" y="12"/>
                </a:cxn>
                <a:cxn ang="0">
                  <a:pos x="54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0" name="Freeform 18"/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/>
              <a:ahLst/>
              <a:cxnLst>
                <a:cxn ang="0">
                  <a:pos x="186" y="18"/>
                </a:cxn>
                <a:cxn ang="0">
                  <a:pos x="138" y="6"/>
                </a:cxn>
                <a:cxn ang="0">
                  <a:pos x="96" y="0"/>
                </a:cxn>
                <a:cxn ang="0">
                  <a:pos x="36" y="0"/>
                </a:cxn>
                <a:cxn ang="0">
                  <a:pos x="12" y="25"/>
                </a:cxn>
                <a:cxn ang="0">
                  <a:pos x="0" y="128"/>
                </a:cxn>
                <a:cxn ang="0">
                  <a:pos x="60" y="104"/>
                </a:cxn>
                <a:cxn ang="0">
                  <a:pos x="90" y="134"/>
                </a:cxn>
                <a:cxn ang="0">
                  <a:pos x="150" y="153"/>
                </a:cxn>
                <a:cxn ang="0">
                  <a:pos x="209" y="273"/>
                </a:cxn>
                <a:cxn ang="0">
                  <a:pos x="401" y="359"/>
                </a:cxn>
                <a:cxn ang="0">
                  <a:pos x="777" y="359"/>
                </a:cxn>
                <a:cxn ang="0">
                  <a:pos x="2033" y="499"/>
                </a:cxn>
                <a:cxn ang="0">
                  <a:pos x="2033" y="499"/>
                </a:cxn>
                <a:cxn ang="0">
                  <a:pos x="1991" y="493"/>
                </a:cxn>
                <a:cxn ang="0">
                  <a:pos x="676" y="243"/>
                </a:cxn>
                <a:cxn ang="0">
                  <a:pos x="514" y="159"/>
                </a:cxn>
                <a:cxn ang="0">
                  <a:pos x="425" y="110"/>
                </a:cxn>
                <a:cxn ang="0">
                  <a:pos x="365" y="92"/>
                </a:cxn>
                <a:cxn ang="0">
                  <a:pos x="281" y="61"/>
                </a:cxn>
                <a:cxn ang="0">
                  <a:pos x="186" y="18"/>
                </a:cxn>
                <a:cxn ang="0">
                  <a:pos x="186" y="18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1" name="Freeform 19"/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53" y="18"/>
                </a:cxn>
                <a:cxn ang="0">
                  <a:pos x="59" y="30"/>
                </a:cxn>
                <a:cxn ang="0">
                  <a:pos x="65" y="42"/>
                </a:cxn>
                <a:cxn ang="0">
                  <a:pos x="71" y="54"/>
                </a:cxn>
                <a:cxn ang="0">
                  <a:pos x="71" y="60"/>
                </a:cxn>
                <a:cxn ang="0">
                  <a:pos x="59" y="54"/>
                </a:cxn>
                <a:cxn ang="0">
                  <a:pos x="47" y="42"/>
                </a:cxn>
                <a:cxn ang="0">
                  <a:pos x="23" y="30"/>
                </a:cxn>
                <a:cxn ang="0">
                  <a:pos x="23" y="36"/>
                </a:cxn>
                <a:cxn ang="0">
                  <a:pos x="18" y="42"/>
                </a:cxn>
                <a:cxn ang="0">
                  <a:pos x="12" y="48"/>
                </a:cxn>
                <a:cxn ang="0">
                  <a:pos x="6" y="48"/>
                </a:cxn>
                <a:cxn ang="0">
                  <a:pos x="6" y="48"/>
                </a:cxn>
                <a:cxn ang="0">
                  <a:pos x="6" y="3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2" name="Freeform 20"/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48" y="6"/>
                </a:cxn>
                <a:cxn ang="0">
                  <a:pos x="72" y="6"/>
                </a:cxn>
                <a:cxn ang="0">
                  <a:pos x="114" y="12"/>
                </a:cxn>
                <a:cxn ang="0">
                  <a:pos x="96" y="54"/>
                </a:cxn>
                <a:cxn ang="0">
                  <a:pos x="96" y="60"/>
                </a:cxn>
                <a:cxn ang="0">
                  <a:pos x="102" y="72"/>
                </a:cxn>
                <a:cxn ang="0">
                  <a:pos x="108" y="84"/>
                </a:cxn>
                <a:cxn ang="0">
                  <a:pos x="120" y="96"/>
                </a:cxn>
                <a:cxn ang="0">
                  <a:pos x="143" y="114"/>
                </a:cxn>
                <a:cxn ang="0">
                  <a:pos x="155" y="138"/>
                </a:cxn>
                <a:cxn ang="0">
                  <a:pos x="161" y="156"/>
                </a:cxn>
                <a:cxn ang="0">
                  <a:pos x="161" y="162"/>
                </a:cxn>
                <a:cxn ang="0">
                  <a:pos x="96" y="102"/>
                </a:cxn>
                <a:cxn ang="0">
                  <a:pos x="30" y="54"/>
                </a:cxn>
                <a:cxn ang="0">
                  <a:pos x="0" y="0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3" name="Freeform 21"/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/>
              <a:ahLst/>
              <a:cxnLst>
                <a:cxn ang="0">
                  <a:pos x="59" y="6"/>
                </a:cxn>
                <a:cxn ang="0">
                  <a:pos x="41" y="30"/>
                </a:cxn>
                <a:cxn ang="0">
                  <a:pos x="41" y="36"/>
                </a:cxn>
                <a:cxn ang="0">
                  <a:pos x="47" y="42"/>
                </a:cxn>
                <a:cxn ang="0">
                  <a:pos x="53" y="54"/>
                </a:cxn>
                <a:cxn ang="0">
                  <a:pos x="53" y="60"/>
                </a:cxn>
                <a:cxn ang="0">
                  <a:pos x="47" y="54"/>
                </a:cxn>
                <a:cxn ang="0">
                  <a:pos x="35" y="48"/>
                </a:cxn>
                <a:cxn ang="0">
                  <a:pos x="23" y="36"/>
                </a:cxn>
                <a:cxn ang="0">
                  <a:pos x="17" y="30"/>
                </a:cxn>
                <a:cxn ang="0">
                  <a:pos x="0" y="0"/>
                </a:cxn>
                <a:cxn ang="0">
                  <a:pos x="59" y="6"/>
                </a:cxn>
                <a:cxn ang="0">
                  <a:pos x="59" y="6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4" name="Freeform 22"/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/>
              <a:ahLst/>
              <a:cxnLst>
                <a:cxn ang="0">
                  <a:pos x="233" y="36"/>
                </a:cxn>
                <a:cxn ang="0">
                  <a:pos x="245" y="42"/>
                </a:cxn>
                <a:cxn ang="0">
                  <a:pos x="209" y="84"/>
                </a:cxn>
                <a:cxn ang="0">
                  <a:pos x="143" y="132"/>
                </a:cxn>
                <a:cxn ang="0">
                  <a:pos x="167" y="156"/>
                </a:cxn>
                <a:cxn ang="0">
                  <a:pos x="179" y="204"/>
                </a:cxn>
                <a:cxn ang="0">
                  <a:pos x="77" y="132"/>
                </a:cxn>
                <a:cxn ang="0">
                  <a:pos x="47" y="84"/>
                </a:cxn>
                <a:cxn ang="0">
                  <a:pos x="89" y="66"/>
                </a:cxn>
                <a:cxn ang="0">
                  <a:pos x="59" y="36"/>
                </a:cxn>
                <a:cxn ang="0">
                  <a:pos x="0" y="1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2" y="0"/>
                </a:cxn>
                <a:cxn ang="0">
                  <a:pos x="47" y="6"/>
                </a:cxn>
                <a:cxn ang="0">
                  <a:pos x="77" y="6"/>
                </a:cxn>
                <a:cxn ang="0">
                  <a:pos x="83" y="6"/>
                </a:cxn>
                <a:cxn ang="0">
                  <a:pos x="89" y="6"/>
                </a:cxn>
                <a:cxn ang="0">
                  <a:pos x="101" y="12"/>
                </a:cxn>
                <a:cxn ang="0">
                  <a:pos x="125" y="12"/>
                </a:cxn>
                <a:cxn ang="0">
                  <a:pos x="143" y="18"/>
                </a:cxn>
                <a:cxn ang="0">
                  <a:pos x="149" y="18"/>
                </a:cxn>
                <a:cxn ang="0">
                  <a:pos x="149" y="18"/>
                </a:cxn>
                <a:cxn ang="0">
                  <a:pos x="203" y="24"/>
                </a:cxn>
                <a:cxn ang="0">
                  <a:pos x="233" y="36"/>
                </a:cxn>
                <a:cxn ang="0">
                  <a:pos x="233" y="36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387095" name="Rectangle 2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23" name="Rectangle 2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7097" name="Rectangle 2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7098" name="Rectangle 2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7099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AF4C42EB-1E08-49FC-97AA-E9B6AD90B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530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s/9096wg11w1dufem/%40Gathering%20Area%2009%20Group%20Conscience.3-7-2021.Spanish.pdf?dl=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9lbs9e8luiuwvr7/%2471st%20GSC%20Final%20List%20of%20Agenda%20Items%20with%20strike-out%20%28Spanish%29.pdf?dl=0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9lbs9e8luiuwvr7/%2471st%20GSC%20Final%20List%20of%20Agenda%20Items%20with%20strike-out%20%28Spanish%29.pdf?dl=0" TargetMode="External"/><Relationship Id="rId2" Type="http://schemas.openxmlformats.org/officeDocument/2006/relationships/hyperlink" Target="https://www.dropbox.com/s/2ha4lbws6jzzdwp/%2471st%20GSC%20Final%20List%20of%20Agenda%20Items%20with%20strikeout%20%28English%29.pdf?dl=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mqzvloivktumsrs/%2370th%20GSC%20Final%20Report%20%28Anonymity%20Protected%29%20-%20English.pdf?dl=0" TargetMode="External"/><Relationship Id="rId2" Type="http://schemas.openxmlformats.org/officeDocument/2006/relationships/hyperlink" Target="https://www.dropbox.com/s/lnwd48lrrk1y2sx/%232020%20Report%20Back%20Brainstorm.Final.July%207%2C2020.pdf?dl=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zr205ngvfghykmy/%24Master%20Summary%20Tables%20for%20Agenda%20Items.Final.2-24-2021.Spanish.pdf?dl=0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s/zi5l1g2e5xvadug/%24Master%20Summary%20Tables%20for%20Agenda%20Items.Final.2-24-2021.English.pdf?dl=0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vimeopro.com/user112910871/big-book-riptab/video/500617913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dropbox.com/s/tiduhljpvg69ex6/%232020%20Report%20Back%20Brainstorm.Spanish.pdf?dl=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defRPr/>
            </a:pP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  <a:t> </a:t>
            </a: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endParaRPr lang="en-US" sz="2800" dirty="0">
              <a:solidFill>
                <a:srgbClr val="FF99FF"/>
              </a:solidFill>
            </a:endParaRPr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>
          <a:xfrm>
            <a:off x="2057400" y="1143000"/>
            <a:ext cx="8229600" cy="4495800"/>
          </a:xfrm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algn="ctr">
              <a:buNone/>
            </a:pPr>
            <a:endParaRPr lang="en-US" sz="48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Ed L, Mid-Southern California Area 09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Panel 70 delegate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msca09delegate70@yahoo.com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Cell: (760) 964-0012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191718" y="-484397"/>
            <a:ext cx="9808564" cy="2662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500" b="1" dirty="0">
              <a:ln w="11430"/>
              <a:solidFill>
                <a:srgbClr val="00FFCC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La conciencia de grupo del Área 09 en preparación para la Conferencia de Servicios Generales de 2021</a:t>
            </a:r>
            <a:endParaRPr lang="en-US" sz="3500" dirty="0">
              <a:ln w="11430"/>
              <a:solidFill>
                <a:srgbClr val="00FFCC"/>
              </a:solidFill>
              <a:latin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2A2FA-A2EE-4925-A544-62FD96F058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88" y="2450060"/>
            <a:ext cx="2167742" cy="2167742"/>
          </a:xfrm>
          <a:prstGeom prst="rect">
            <a:avLst/>
          </a:prstGeom>
          <a:ln w="57150">
            <a:solidFill>
              <a:srgbClr val="FFCCFF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761EEA-308D-4FDF-BA53-D16637BD75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73" t="5555" r="14395"/>
          <a:stretch/>
        </p:blipFill>
        <p:spPr>
          <a:xfrm>
            <a:off x="9668067" y="1863259"/>
            <a:ext cx="1506071" cy="3657600"/>
          </a:xfrm>
          <a:prstGeom prst="rect">
            <a:avLst/>
          </a:prstGeom>
          <a:ln w="57150">
            <a:solidFill>
              <a:srgbClr val="FFCC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4C466-A129-4202-8349-7E1E1736195D}"/>
              </a:ext>
            </a:extLst>
          </p:cNvPr>
          <p:cNvSpPr txBox="1"/>
          <p:nvPr/>
        </p:nvSpPr>
        <p:spPr>
          <a:xfrm>
            <a:off x="2963826" y="4842862"/>
            <a:ext cx="6097772" cy="961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u="sng" dirty="0">
                <a:solidFill>
                  <a:srgbClr val="66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https://www.dropbox.com/s/9096wg11w1dufem/%40Gathering%20Area%2009%20Group%20Conscience.3-7-2021.Spanish.pdf?dl=0</a:t>
            </a:r>
            <a:endParaRPr lang="en-US" sz="1800" dirty="0">
              <a:solidFill>
                <a:srgbClr val="66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494E263-7B0D-4AE7-9D0A-9B31E8E4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385" y="738411"/>
            <a:ext cx="10972800" cy="1143000"/>
          </a:xfrm>
        </p:spPr>
        <p:txBody>
          <a:bodyPr/>
          <a:lstStyle/>
          <a:p>
            <a:r>
              <a:rPr lang="en-US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Área</a:t>
            </a:r>
            <a: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  <a:t> 09: </a:t>
            </a:r>
            <a:r>
              <a:rPr lang="en-US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Desde</a:t>
            </a:r>
            <a: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  <a:t> 1958, VIII </a:t>
            </a:r>
            <a:r>
              <a:rPr lang="en-US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Congreso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D60CF-C4D3-4C2B-8189-8D0B4504AC88}"/>
              </a:ext>
            </a:extLst>
          </p:cNvPr>
          <p:cNvSpPr txBox="1"/>
          <p:nvPr/>
        </p:nvSpPr>
        <p:spPr>
          <a:xfrm>
            <a:off x="7094053" y="1869500"/>
            <a:ext cx="3458817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62,300 </a:t>
            </a:r>
            <a:r>
              <a:rPr lang="en-US" sz="2400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Miembros</a:t>
            </a:r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>
              <a:lnSpc>
                <a:spcPts val="2000"/>
              </a:lnSpc>
            </a:pPr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2,003 </a:t>
            </a:r>
            <a:r>
              <a:rPr lang="en-US" sz="2400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Groupos</a:t>
            </a:r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24 </a:t>
            </a:r>
            <a:r>
              <a:rPr lang="en-US" sz="2400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Distritos</a:t>
            </a:r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200" dirty="0">
                <a:ln w="11430"/>
                <a:solidFill>
                  <a:srgbClr val="FFCCFF"/>
                </a:solidFill>
                <a:latin typeface="Times New Roman" pitchFamily="18" charset="0"/>
              </a:rPr>
              <a:t>6 Hispano</a:t>
            </a:r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1 </a:t>
            </a:r>
            <a:r>
              <a:rPr lang="en-US" sz="2400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Delegado</a:t>
            </a:r>
            <a:endParaRPr lang="en-US" sz="2400" dirty="0">
              <a:solidFill>
                <a:srgbClr val="FFCCFF"/>
              </a:solidFill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6BE7E3E-9F43-43BE-B810-02F55F900238}"/>
              </a:ext>
            </a:extLst>
          </p:cNvPr>
          <p:cNvSpPr/>
          <p:nvPr/>
        </p:nvSpPr>
        <p:spPr bwMode="auto">
          <a:xfrm rot="10800000">
            <a:off x="6199806" y="1947419"/>
            <a:ext cx="5247310" cy="4172170"/>
          </a:xfrm>
          <a:prstGeom prst="triangl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noFill/>
              <a:effectLst/>
              <a:latin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6AB841-7E7A-449E-8E6B-BDEFBEAE0F91}"/>
              </a:ext>
            </a:extLst>
          </p:cNvPr>
          <p:cNvSpPr txBox="1"/>
          <p:nvPr/>
        </p:nvSpPr>
        <p:spPr>
          <a:xfrm>
            <a:off x="5992195" y="4782458"/>
            <a:ext cx="16830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ln w="11430"/>
                <a:solidFill>
                  <a:srgbClr val="FF0000"/>
                </a:solidFill>
                <a:latin typeface="Times New Roman" pitchFamily="18" charset="0"/>
              </a:rPr>
              <a:t>???</a:t>
            </a:r>
            <a:endParaRPr lang="en-US" sz="6000" dirty="0">
              <a:solidFill>
                <a:srgbClr val="FF0000"/>
              </a:solidFill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DA4DE7B-E9EB-41D4-9F08-A350002B427C}"/>
              </a:ext>
            </a:extLst>
          </p:cNvPr>
          <p:cNvCxnSpPr/>
          <p:nvPr/>
        </p:nvCxnSpPr>
        <p:spPr bwMode="auto">
          <a:xfrm rot="10800000" flipV="1">
            <a:off x="7332042" y="5085981"/>
            <a:ext cx="751785" cy="247497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9257B0E-81AE-4792-9D1B-C6663525CFC0}"/>
              </a:ext>
            </a:extLst>
          </p:cNvPr>
          <p:cNvCxnSpPr/>
          <p:nvPr/>
        </p:nvCxnSpPr>
        <p:spPr bwMode="auto">
          <a:xfrm rot="10800000" flipV="1">
            <a:off x="5547009" y="5166540"/>
            <a:ext cx="751785" cy="247497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3896BA0B-F289-49BC-98D2-3A03B441E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1573" y="2850042"/>
            <a:ext cx="5548233" cy="3840480"/>
          </a:xfrm>
        </p:spPr>
      </p:pic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E5EBC769-89B7-4363-B97C-F547B16C483C}"/>
              </a:ext>
            </a:extLst>
          </p:cNvPr>
          <p:cNvCxnSpPr>
            <a:cxnSpLocks/>
          </p:cNvCxnSpPr>
          <p:nvPr/>
        </p:nvCxnSpPr>
        <p:spPr bwMode="auto">
          <a:xfrm flipV="1">
            <a:off x="3834288" y="2591143"/>
            <a:ext cx="3840933" cy="837859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CAD3F12-C5CB-4E93-A401-F6319AD9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10" y="310378"/>
            <a:ext cx="1763852" cy="274320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16AD6B-36A1-4206-A11E-6D0D083EB088}"/>
              </a:ext>
            </a:extLst>
          </p:cNvPr>
          <p:cNvSpPr/>
          <p:nvPr/>
        </p:nvSpPr>
        <p:spPr bwMode="auto">
          <a:xfrm>
            <a:off x="1162050" y="1952625"/>
            <a:ext cx="828675" cy="895350"/>
          </a:xfrm>
          <a:custGeom>
            <a:avLst/>
            <a:gdLst>
              <a:gd name="connsiteX0" fmla="*/ 0 w 828675"/>
              <a:gd name="connsiteY0" fmla="*/ 614363 h 895350"/>
              <a:gd name="connsiteX1" fmla="*/ 95250 w 828675"/>
              <a:gd name="connsiteY1" fmla="*/ 590550 h 895350"/>
              <a:gd name="connsiteX2" fmla="*/ 114300 w 828675"/>
              <a:gd name="connsiteY2" fmla="*/ 419100 h 895350"/>
              <a:gd name="connsiteX3" fmla="*/ 109538 w 828675"/>
              <a:gd name="connsiteY3" fmla="*/ 0 h 895350"/>
              <a:gd name="connsiteX4" fmla="*/ 461963 w 828675"/>
              <a:gd name="connsiteY4" fmla="*/ 80963 h 895350"/>
              <a:gd name="connsiteX5" fmla="*/ 757238 w 828675"/>
              <a:gd name="connsiteY5" fmla="*/ 509588 h 895350"/>
              <a:gd name="connsiteX6" fmla="*/ 828675 w 828675"/>
              <a:gd name="connsiteY6" fmla="*/ 714375 h 895350"/>
              <a:gd name="connsiteX7" fmla="*/ 714375 w 828675"/>
              <a:gd name="connsiteY7" fmla="*/ 781050 h 895350"/>
              <a:gd name="connsiteX8" fmla="*/ 661988 w 828675"/>
              <a:gd name="connsiteY8" fmla="*/ 895350 h 895350"/>
              <a:gd name="connsiteX9" fmla="*/ 171450 w 828675"/>
              <a:gd name="connsiteY9" fmla="*/ 814388 h 895350"/>
              <a:gd name="connsiteX10" fmla="*/ 0 w 828675"/>
              <a:gd name="connsiteY10" fmla="*/ 614363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675" h="895350">
                <a:moveTo>
                  <a:pt x="0" y="614363"/>
                </a:moveTo>
                <a:lnTo>
                  <a:pt x="95250" y="590550"/>
                </a:lnTo>
                <a:lnTo>
                  <a:pt x="114300" y="419100"/>
                </a:lnTo>
                <a:cubicBezTo>
                  <a:pt x="112713" y="279400"/>
                  <a:pt x="111125" y="139700"/>
                  <a:pt x="109538" y="0"/>
                </a:cubicBezTo>
                <a:lnTo>
                  <a:pt x="461963" y="80963"/>
                </a:lnTo>
                <a:lnTo>
                  <a:pt x="757238" y="509588"/>
                </a:lnTo>
                <a:lnTo>
                  <a:pt x="828675" y="714375"/>
                </a:lnTo>
                <a:lnTo>
                  <a:pt x="714375" y="781050"/>
                </a:lnTo>
                <a:lnTo>
                  <a:pt x="661988" y="895350"/>
                </a:lnTo>
                <a:lnTo>
                  <a:pt x="171450" y="814388"/>
                </a:lnTo>
                <a:lnTo>
                  <a:pt x="0" y="614363"/>
                </a:lnTo>
                <a:close/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124A30-6963-4712-9423-23BDE79CF31B}"/>
              </a:ext>
            </a:extLst>
          </p:cNvPr>
          <p:cNvCxnSpPr/>
          <p:nvPr/>
        </p:nvCxnSpPr>
        <p:spPr bwMode="auto">
          <a:xfrm flipH="1">
            <a:off x="6298794" y="2120512"/>
            <a:ext cx="1376427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A64822-1E90-44D6-B727-89673D4A6089}"/>
              </a:ext>
            </a:extLst>
          </p:cNvPr>
          <p:cNvCxnSpPr>
            <a:cxnSpLocks/>
          </p:cNvCxnSpPr>
          <p:nvPr/>
        </p:nvCxnSpPr>
        <p:spPr bwMode="auto">
          <a:xfrm flipH="1">
            <a:off x="6697250" y="2733389"/>
            <a:ext cx="125969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B765A7-E461-4EC0-8ECA-A7C9E8B3ECD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51209" y="3449795"/>
            <a:ext cx="916469" cy="173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A0104F-3927-4A1D-A77F-5E12124F949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609443" y="4173110"/>
            <a:ext cx="556726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DC9D35-5060-4D4C-9365-F1AF1B91D3E2}"/>
              </a:ext>
            </a:extLst>
          </p:cNvPr>
          <p:cNvCxnSpPr>
            <a:cxnSpLocks/>
          </p:cNvCxnSpPr>
          <p:nvPr/>
        </p:nvCxnSpPr>
        <p:spPr bwMode="auto">
          <a:xfrm flipV="1">
            <a:off x="9438243" y="4206447"/>
            <a:ext cx="556726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4DEAC17-6269-489B-8D84-8EE7A8A7D4FB}"/>
              </a:ext>
            </a:extLst>
          </p:cNvPr>
          <p:cNvCxnSpPr>
            <a:cxnSpLocks/>
          </p:cNvCxnSpPr>
          <p:nvPr/>
        </p:nvCxnSpPr>
        <p:spPr bwMode="auto">
          <a:xfrm flipV="1">
            <a:off x="9546260" y="3484417"/>
            <a:ext cx="896462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3DE453-E74A-4242-BEBC-34366EA0D81C}"/>
              </a:ext>
            </a:extLst>
          </p:cNvPr>
          <p:cNvCxnSpPr>
            <a:cxnSpLocks/>
          </p:cNvCxnSpPr>
          <p:nvPr/>
        </p:nvCxnSpPr>
        <p:spPr bwMode="auto">
          <a:xfrm>
            <a:off x="9691261" y="2757733"/>
            <a:ext cx="125969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E036D6-E11B-479B-8BC7-F54B06106DF2}"/>
              </a:ext>
            </a:extLst>
          </p:cNvPr>
          <p:cNvCxnSpPr>
            <a:cxnSpLocks/>
          </p:cNvCxnSpPr>
          <p:nvPr/>
        </p:nvCxnSpPr>
        <p:spPr bwMode="auto">
          <a:xfrm>
            <a:off x="9883708" y="2139561"/>
            <a:ext cx="143199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BA6B302-3A19-40F5-8E87-177A4F35A153}"/>
              </a:ext>
            </a:extLst>
          </p:cNvPr>
          <p:cNvSpPr txBox="1"/>
          <p:nvPr/>
        </p:nvSpPr>
        <p:spPr>
          <a:xfrm>
            <a:off x="4006765" y="2081879"/>
            <a:ext cx="18894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n w="11430"/>
                <a:solidFill>
                  <a:srgbClr val="FF0000"/>
                </a:solidFill>
                <a:latin typeface="Times New Roman" pitchFamily="18" charset="0"/>
              </a:rPr>
              <a:t>RSG!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422D09-2414-4B0D-A91C-B4071BB62FE6}"/>
              </a:ext>
            </a:extLst>
          </p:cNvPr>
          <p:cNvSpPr txBox="1"/>
          <p:nvPr/>
        </p:nvSpPr>
        <p:spPr>
          <a:xfrm>
            <a:off x="9058940" y="5623526"/>
            <a:ext cx="3005670" cy="707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Conferencia</a:t>
            </a:r>
            <a:endParaRPr lang="en-US" sz="4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839B8132-4E08-4C0B-968D-39695291C3B5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>
            <a:off x="9691263" y="4875553"/>
            <a:ext cx="870512" cy="747973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0355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 animBg="1"/>
      <p:bldP spid="18" grpId="0"/>
      <p:bldP spid="27" grpId="0" animBg="1"/>
      <p:bldP spid="48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90F5-3E24-4833-9AA5-F98A4F2C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89448"/>
            <a:ext cx="10972800" cy="1143000"/>
          </a:xfrm>
        </p:spPr>
        <p:txBody>
          <a:bodyPr/>
          <a:lstStyle/>
          <a:p>
            <a:pPr algn="r"/>
            <a: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  <a:t>13 </a:t>
            </a:r>
            <a:r>
              <a:rPr lang="en-US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Comités</a:t>
            </a:r>
            <a: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  <a:t> de </a:t>
            </a:r>
            <a:r>
              <a:rPr lang="en-US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Conferencias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0A2375-4BFD-4B3A-A8DB-303E6FB6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016" r="26353" b="4051"/>
          <a:stretch/>
        </p:blipFill>
        <p:spPr>
          <a:xfrm>
            <a:off x="203329" y="228600"/>
            <a:ext cx="3489166" cy="6126480"/>
          </a:xfrm>
          <a:prstGeom prst="rect">
            <a:avLst/>
          </a:prstGeom>
          <a:ln w="57150">
            <a:solidFill>
              <a:srgbClr val="00FFCC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3C7F5C-A9C1-4F52-958A-AD3E4B921CB0}"/>
              </a:ext>
            </a:extLst>
          </p:cNvPr>
          <p:cNvCxnSpPr>
            <a:cxnSpLocks/>
            <a:endCxn id="7" idx="1"/>
          </p:cNvCxnSpPr>
          <p:nvPr/>
        </p:nvCxnSpPr>
        <p:spPr bwMode="auto">
          <a:xfrm flipV="1">
            <a:off x="1262800" y="1220833"/>
            <a:ext cx="3377388" cy="86895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355CBA-C7AE-46A5-8766-8F8318B714FA}"/>
              </a:ext>
            </a:extLst>
          </p:cNvPr>
          <p:cNvSpPr txBox="1"/>
          <p:nvPr/>
        </p:nvSpPr>
        <p:spPr>
          <a:xfrm>
            <a:off x="4640188" y="99000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agenda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076C0E-CC9E-4E6D-AC48-6E08EF778843}"/>
              </a:ext>
            </a:extLst>
          </p:cNvPr>
          <p:cNvCxnSpPr>
            <a:cxnSpLocks/>
            <a:endCxn id="30" idx="1"/>
          </p:cNvCxnSpPr>
          <p:nvPr/>
        </p:nvCxnSpPr>
        <p:spPr bwMode="auto">
          <a:xfrm flipV="1">
            <a:off x="1262800" y="1667342"/>
            <a:ext cx="3350445" cy="70021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50624A-FBED-481A-AB73-D5E86CA86883}"/>
              </a:ext>
            </a:extLst>
          </p:cNvPr>
          <p:cNvCxnSpPr>
            <a:cxnSpLocks/>
            <a:endCxn id="31" idx="1"/>
          </p:cNvCxnSpPr>
          <p:nvPr/>
        </p:nvCxnSpPr>
        <p:spPr bwMode="auto">
          <a:xfrm flipV="1">
            <a:off x="1262800" y="2099369"/>
            <a:ext cx="3352801" cy="5488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76E78E-6372-48BE-9D0D-30E91E1B0ECF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1262800" y="2474894"/>
            <a:ext cx="3384444" cy="46573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727B10-F862-4BA5-8E8E-E8957EF4D8B0}"/>
              </a:ext>
            </a:extLst>
          </p:cNvPr>
          <p:cNvCxnSpPr>
            <a:cxnSpLocks/>
            <a:endCxn id="33" idx="1"/>
          </p:cNvCxnSpPr>
          <p:nvPr/>
        </p:nvCxnSpPr>
        <p:spPr bwMode="auto">
          <a:xfrm flipV="1">
            <a:off x="1262800" y="2853403"/>
            <a:ext cx="3400052" cy="36996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D26B63-E853-4F46-A052-2EB1CCB71ECC}"/>
              </a:ext>
            </a:extLst>
          </p:cNvPr>
          <p:cNvCxnSpPr>
            <a:cxnSpLocks/>
            <a:endCxn id="34" idx="1"/>
          </p:cNvCxnSpPr>
          <p:nvPr/>
        </p:nvCxnSpPr>
        <p:spPr bwMode="auto">
          <a:xfrm flipV="1">
            <a:off x="1262800" y="3244686"/>
            <a:ext cx="3400052" cy="37822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C5581D-56A6-426E-8B38-99E7C5EE98EF}"/>
              </a:ext>
            </a:extLst>
          </p:cNvPr>
          <p:cNvCxnSpPr>
            <a:cxnSpLocks/>
            <a:endCxn id="35" idx="1"/>
          </p:cNvCxnSpPr>
          <p:nvPr/>
        </p:nvCxnSpPr>
        <p:spPr bwMode="auto">
          <a:xfrm flipV="1">
            <a:off x="1262800" y="3661773"/>
            <a:ext cx="3400052" cy="4133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321472-0B26-48C9-ACFC-5EACF0EA2E96}"/>
              </a:ext>
            </a:extLst>
          </p:cNvPr>
          <p:cNvCxnSpPr>
            <a:cxnSpLocks/>
            <a:endCxn id="36" idx="1"/>
          </p:cNvCxnSpPr>
          <p:nvPr/>
        </p:nvCxnSpPr>
        <p:spPr bwMode="auto">
          <a:xfrm flipV="1">
            <a:off x="1262800" y="4093848"/>
            <a:ext cx="3417144" cy="30901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3DECBC-B0F7-430E-84EE-98752F68593A}"/>
              </a:ext>
            </a:extLst>
          </p:cNvPr>
          <p:cNvCxnSpPr>
            <a:cxnSpLocks/>
            <a:endCxn id="37" idx="1"/>
          </p:cNvCxnSpPr>
          <p:nvPr/>
        </p:nvCxnSpPr>
        <p:spPr bwMode="auto">
          <a:xfrm flipV="1">
            <a:off x="1262800" y="4507153"/>
            <a:ext cx="3434236" cy="2012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4EC59D-13EC-49CF-B4E6-C28DCF8E8DA3}"/>
              </a:ext>
            </a:extLst>
          </p:cNvPr>
          <p:cNvCxnSpPr>
            <a:cxnSpLocks/>
            <a:endCxn id="38" idx="1"/>
          </p:cNvCxnSpPr>
          <p:nvPr/>
        </p:nvCxnSpPr>
        <p:spPr bwMode="auto">
          <a:xfrm flipV="1">
            <a:off x="1262800" y="4922862"/>
            <a:ext cx="3420984" cy="7551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5BB2B5-F9D2-4B20-A251-E430A9EC35A2}"/>
              </a:ext>
            </a:extLst>
          </p:cNvPr>
          <p:cNvCxnSpPr>
            <a:cxnSpLocks/>
            <a:endCxn id="39" idx="1"/>
          </p:cNvCxnSpPr>
          <p:nvPr/>
        </p:nvCxnSpPr>
        <p:spPr bwMode="auto">
          <a:xfrm flipV="1">
            <a:off x="1262800" y="5368207"/>
            <a:ext cx="3419062" cy="5693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6A8C4B-4136-4D5F-AB5A-BAF3C418032E}"/>
              </a:ext>
            </a:extLst>
          </p:cNvPr>
          <p:cNvCxnSpPr>
            <a:cxnSpLocks/>
            <a:endCxn id="40" idx="1"/>
          </p:cNvCxnSpPr>
          <p:nvPr/>
        </p:nvCxnSpPr>
        <p:spPr bwMode="auto">
          <a:xfrm flipV="1">
            <a:off x="1262800" y="5786984"/>
            <a:ext cx="3417144" cy="265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C84D7F-AFC3-4F1B-8423-2A8D4EB32190}"/>
              </a:ext>
            </a:extLst>
          </p:cNvPr>
          <p:cNvCxnSpPr>
            <a:cxnSpLocks/>
            <a:endCxn id="41" idx="1"/>
          </p:cNvCxnSpPr>
          <p:nvPr/>
        </p:nvCxnSpPr>
        <p:spPr bwMode="auto">
          <a:xfrm>
            <a:off x="1262800" y="6063628"/>
            <a:ext cx="3434235" cy="14501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6B3FFB-2EF6-44BD-8E5F-83B9CBC2021A}"/>
              </a:ext>
            </a:extLst>
          </p:cNvPr>
          <p:cNvSpPr txBox="1"/>
          <p:nvPr/>
        </p:nvSpPr>
        <p:spPr>
          <a:xfrm>
            <a:off x="4613245" y="1436509"/>
            <a:ext cx="7128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Cooperación con la Comunidad Profesional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C8FD2C-56CF-4B83-B09F-74E02C54F48B}"/>
              </a:ext>
            </a:extLst>
          </p:cNvPr>
          <p:cNvSpPr txBox="1"/>
          <p:nvPr/>
        </p:nvSpPr>
        <p:spPr>
          <a:xfrm>
            <a:off x="4615601" y="1868536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Correcciones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5D24D1-FF74-4C4D-BBFC-48F6C96CDDFA}"/>
              </a:ext>
            </a:extLst>
          </p:cNvPr>
          <p:cNvSpPr txBox="1"/>
          <p:nvPr/>
        </p:nvSpPr>
        <p:spPr>
          <a:xfrm>
            <a:off x="4647244" y="2244061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Finanzas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E116B8-940E-4872-A9F2-0A61C2E49380}"/>
              </a:ext>
            </a:extLst>
          </p:cNvPr>
          <p:cNvSpPr txBox="1"/>
          <p:nvPr/>
        </p:nvSpPr>
        <p:spPr>
          <a:xfrm>
            <a:off x="4662852" y="262257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Grapevine &amp; La Viña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C660E5-D69D-4199-B052-035919DEE0BE}"/>
              </a:ext>
            </a:extLst>
          </p:cNvPr>
          <p:cNvSpPr txBox="1"/>
          <p:nvPr/>
        </p:nvSpPr>
        <p:spPr>
          <a:xfrm>
            <a:off x="4662852" y="3013853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Literatura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E6DEAC-59DD-44CA-BD28-C500E73960FE}"/>
              </a:ext>
            </a:extLst>
          </p:cNvPr>
          <p:cNvSpPr txBox="1"/>
          <p:nvPr/>
        </p:nvSpPr>
        <p:spPr>
          <a:xfrm>
            <a:off x="4662852" y="343094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Política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Admisiones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735A26-708B-4300-849C-5C4CCBB822FA}"/>
              </a:ext>
            </a:extLst>
          </p:cNvPr>
          <p:cNvSpPr txBox="1"/>
          <p:nvPr/>
        </p:nvSpPr>
        <p:spPr>
          <a:xfrm>
            <a:off x="4679944" y="3863015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Información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Pública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D33EA8-AB1A-46FA-B3FE-6DA7F8D98C7A}"/>
              </a:ext>
            </a:extLst>
          </p:cNvPr>
          <p:cNvSpPr txBox="1"/>
          <p:nvPr/>
        </p:nvSpPr>
        <p:spPr>
          <a:xfrm>
            <a:off x="4697036" y="427632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 y Carta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582FCA-CED9-4649-821D-38E4F5A4B6F1}"/>
              </a:ext>
            </a:extLst>
          </p:cNvPr>
          <p:cNvSpPr txBox="1"/>
          <p:nvPr/>
        </p:nvSpPr>
        <p:spPr>
          <a:xfrm>
            <a:off x="4683784" y="4692029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Tratamiento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Accesibilidades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B469CF-082F-4892-92A3-FF4484017783}"/>
              </a:ext>
            </a:extLst>
          </p:cNvPr>
          <p:cNvSpPr txBox="1"/>
          <p:nvPr/>
        </p:nvSpPr>
        <p:spPr>
          <a:xfrm>
            <a:off x="4681862" y="5137374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Fideicomisarios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E15D72-6ADD-4EC5-898E-CC65A88B7E92}"/>
              </a:ext>
            </a:extLst>
          </p:cNvPr>
          <p:cNvSpPr txBox="1"/>
          <p:nvPr/>
        </p:nvSpPr>
        <p:spPr>
          <a:xfrm>
            <a:off x="4679944" y="5556151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Archivo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B7B042-0423-4C4C-BF1A-B4569F1F60D2}"/>
              </a:ext>
            </a:extLst>
          </p:cNvPr>
          <p:cNvSpPr txBox="1"/>
          <p:nvPr/>
        </p:nvSpPr>
        <p:spPr>
          <a:xfrm>
            <a:off x="4697035" y="5977807"/>
            <a:ext cx="6885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Convenciones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Internacionales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Foros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Regionales</a:t>
            </a:r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D301CA-927B-4958-88A9-653518074461}"/>
              </a:ext>
            </a:extLst>
          </p:cNvPr>
          <p:cNvSpPr txBox="1"/>
          <p:nvPr/>
        </p:nvSpPr>
        <p:spPr>
          <a:xfrm>
            <a:off x="8420986" y="2098989"/>
            <a:ext cx="3567685" cy="10772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110 </a:t>
            </a:r>
            <a:r>
              <a:rPr lang="en-US" sz="3200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de la agenda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C65F79F-BE32-4F82-B045-4B1467ECC2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4" r="11405" b="11304"/>
          <a:stretch/>
        </p:blipFill>
        <p:spPr>
          <a:xfrm>
            <a:off x="9870410" y="3825775"/>
            <a:ext cx="793677" cy="128016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B1C291FE-B852-4AE8-B37B-4AD0EA74B743}"/>
              </a:ext>
            </a:extLst>
          </p:cNvPr>
          <p:cNvCxnSpPr>
            <a:cxnSpLocks/>
            <a:stCxn id="65" idx="1"/>
          </p:cNvCxnSpPr>
          <p:nvPr/>
        </p:nvCxnSpPr>
        <p:spPr bwMode="auto">
          <a:xfrm rot="10800000">
            <a:off x="7108824" y="3187079"/>
            <a:ext cx="2761587" cy="1278776"/>
          </a:xfrm>
          <a:prstGeom prst="curvedConnector3">
            <a:avLst>
              <a:gd name="adj1" fmla="val 43762"/>
            </a:avLst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5815D1DE-68BC-4E24-892C-D3E2A291B33B}"/>
              </a:ext>
            </a:extLst>
          </p:cNvPr>
          <p:cNvSpPr/>
          <p:nvPr/>
        </p:nvSpPr>
        <p:spPr bwMode="auto">
          <a:xfrm>
            <a:off x="1580754" y="265306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8B4690E-451E-4CA9-AD67-81B554D9AE16}"/>
              </a:ext>
            </a:extLst>
          </p:cNvPr>
          <p:cNvSpPr/>
          <p:nvPr/>
        </p:nvSpPr>
        <p:spPr bwMode="auto">
          <a:xfrm>
            <a:off x="1947912" y="1153592"/>
            <a:ext cx="1159979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6DBC77E-6C81-443F-9CE0-89F414DAF19E}"/>
              </a:ext>
            </a:extLst>
          </p:cNvPr>
          <p:cNvSpPr/>
          <p:nvPr/>
        </p:nvSpPr>
        <p:spPr bwMode="auto">
          <a:xfrm>
            <a:off x="1947912" y="1619855"/>
            <a:ext cx="1159979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3D11DEB-6E19-430D-BFF3-36C59313870B}"/>
              </a:ext>
            </a:extLst>
          </p:cNvPr>
          <p:cNvSpPr/>
          <p:nvPr/>
        </p:nvSpPr>
        <p:spPr bwMode="auto">
          <a:xfrm>
            <a:off x="1937923" y="2142286"/>
            <a:ext cx="1159979" cy="14874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076AA37-4A1D-45EF-8845-071670964F0D}"/>
              </a:ext>
            </a:extLst>
          </p:cNvPr>
          <p:cNvSpPr/>
          <p:nvPr/>
        </p:nvSpPr>
        <p:spPr bwMode="auto">
          <a:xfrm>
            <a:off x="1913336" y="690763"/>
            <a:ext cx="1159979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1FBFD589-E22C-4065-9FAC-BA752EA7890A}"/>
              </a:ext>
            </a:extLst>
          </p:cNvPr>
          <p:cNvCxnSpPr>
            <a:cxnSpLocks/>
            <a:endCxn id="88" idx="2"/>
          </p:cNvCxnSpPr>
          <p:nvPr/>
        </p:nvCxnSpPr>
        <p:spPr bwMode="auto">
          <a:xfrm rot="5400000">
            <a:off x="1119037" y="1297346"/>
            <a:ext cx="1738201" cy="100427"/>
          </a:xfrm>
          <a:prstGeom prst="curvedConnector4">
            <a:avLst>
              <a:gd name="adj1" fmla="val -7485"/>
              <a:gd name="adj2" fmla="val 327628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7C280CEA-9A0E-47FE-AA5C-7E04DFDED16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306881" y="1418189"/>
            <a:ext cx="1334682" cy="278575"/>
          </a:xfrm>
          <a:prstGeom prst="curvedConnector3">
            <a:avLst>
              <a:gd name="adj1" fmla="val -9947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3A8E51E1-3D86-4294-8168-EE3A67F18EBC}"/>
              </a:ext>
            </a:extLst>
          </p:cNvPr>
          <p:cNvCxnSpPr>
            <a:cxnSpLocks/>
            <a:endCxn id="88" idx="1"/>
          </p:cNvCxnSpPr>
          <p:nvPr/>
        </p:nvCxnSpPr>
        <p:spPr bwMode="auto">
          <a:xfrm rot="5400000">
            <a:off x="1763436" y="1691923"/>
            <a:ext cx="816509" cy="127784"/>
          </a:xfrm>
          <a:prstGeom prst="curvedConnector3">
            <a:avLst>
              <a:gd name="adj1" fmla="val -21160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3DBC68C3-ED95-41F5-B5AC-E1E3BBE55888}"/>
              </a:ext>
            </a:extLst>
          </p:cNvPr>
          <p:cNvCxnSpPr>
            <a:cxnSpLocks/>
            <a:endCxn id="88" idx="7"/>
          </p:cNvCxnSpPr>
          <p:nvPr/>
        </p:nvCxnSpPr>
        <p:spPr bwMode="auto">
          <a:xfrm rot="16200000" flipH="1">
            <a:off x="2677353" y="1913395"/>
            <a:ext cx="408255" cy="93094"/>
          </a:xfrm>
          <a:prstGeom prst="curvedConnector3">
            <a:avLst>
              <a:gd name="adj1" fmla="val -4828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6405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500"/>
                            </p:stCondLst>
                            <p:childTnLst>
                              <p:par>
                                <p:cTn id="1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0"/>
                            </p:stCondLst>
                            <p:childTnLst>
                              <p:par>
                                <p:cTn id="1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500"/>
                            </p:stCondLst>
                            <p:childTnLst>
                              <p:par>
                                <p:cTn id="16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/>
      <p:bldP spid="31" grpId="0"/>
      <p:bldP spid="32" grpId="0"/>
      <p:bldP spid="6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27D993D-3279-44F6-AAFF-C6FCCDD5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</p:spPr>
        <p:txBody>
          <a:bodyPr anchor="ctr" anchorCtr="1"/>
          <a:lstStyle/>
          <a:p>
            <a:r>
              <a:rPr lang="en-US" sz="66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Comunicación</a:t>
            </a:r>
            <a:r>
              <a:rPr lang="en-US" sz="6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por sitio web</a:t>
            </a:r>
            <a:b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1B932-EF87-43AC-A1C2-09583848A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15" y="124238"/>
            <a:ext cx="11428571" cy="6609524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62F183-C837-4CFE-80BA-538D55EAC3AA}"/>
              </a:ext>
            </a:extLst>
          </p:cNvPr>
          <p:cNvSpPr txBox="1"/>
          <p:nvPr/>
        </p:nvSpPr>
        <p:spPr>
          <a:xfrm>
            <a:off x="878494" y="4872345"/>
            <a:ext cx="2623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msca09aa.org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BCD80D-BFE1-4CC1-B196-61A894E1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678" y="4127764"/>
            <a:ext cx="3523809" cy="255238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7405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27D993D-3279-44F6-AAFF-C6FCCDD5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5806"/>
            <a:ext cx="10972800" cy="1143000"/>
          </a:xfrm>
        </p:spPr>
        <p:txBody>
          <a:bodyPr anchor="ctr" anchorCtr="1"/>
          <a:lstStyle/>
          <a:p>
            <a:r>
              <a:rPr lang="es-ES" sz="48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Acceso a los elementos finales de la agenda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ABA14-9ACE-4013-A4E4-5E173E3C7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81" y="1283911"/>
            <a:ext cx="10664455" cy="52120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F1B9832-DB2D-4FC2-AFCD-C25701D359CE}"/>
              </a:ext>
            </a:extLst>
          </p:cNvPr>
          <p:cNvSpPr/>
          <p:nvPr/>
        </p:nvSpPr>
        <p:spPr bwMode="auto">
          <a:xfrm>
            <a:off x="5705906" y="1589730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37AE97-2849-4810-B0FD-5C35DB3CED36}"/>
              </a:ext>
            </a:extLst>
          </p:cNvPr>
          <p:cNvSpPr/>
          <p:nvPr/>
        </p:nvSpPr>
        <p:spPr bwMode="auto">
          <a:xfrm>
            <a:off x="9875266" y="5805051"/>
            <a:ext cx="1306920" cy="77634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86EF5B-C776-4AD4-AE9D-7A918A6B8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20" y="2116049"/>
            <a:ext cx="1119188" cy="1143001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</p:spTree>
    <p:extLst>
      <p:ext uri="{BB962C8B-B14F-4D97-AF65-F5344CB8AC3E}">
        <p14:creationId xmlns:p14="http://schemas.microsoft.com/office/powerpoint/2010/main" val="245139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55D2E2-B687-4BF1-814B-3E41E0D9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95" y="1271016"/>
            <a:ext cx="10928284" cy="5358384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6493FA-A42C-4444-A826-D8B947D4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940"/>
            <a:ext cx="10972800" cy="1143000"/>
          </a:xfrm>
        </p:spPr>
        <p:txBody>
          <a:bodyPr/>
          <a:lstStyle/>
          <a:p>
            <a:r>
              <a:rPr lang="en-US" sz="4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Elementos</a:t>
            </a:r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de la agenda </a:t>
            </a:r>
            <a:r>
              <a:rPr lang="en-US" sz="4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disponibles</a:t>
            </a:r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4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públicamente</a:t>
            </a:r>
            <a:endParaRPr lang="en-US" sz="40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2C2998-9838-4A02-ACAA-7F27B45F3C9A}"/>
              </a:ext>
            </a:extLst>
          </p:cNvPr>
          <p:cNvSpPr/>
          <p:nvPr/>
        </p:nvSpPr>
        <p:spPr bwMode="auto">
          <a:xfrm>
            <a:off x="5790046" y="2180391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274443-B854-462F-8904-4A74B0E58911}"/>
              </a:ext>
            </a:extLst>
          </p:cNvPr>
          <p:cNvSpPr/>
          <p:nvPr/>
        </p:nvSpPr>
        <p:spPr bwMode="auto">
          <a:xfrm>
            <a:off x="6187691" y="1220314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098167-78B9-4EAC-BE56-BFECA7ACA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461" y="1869430"/>
            <a:ext cx="1342857" cy="1371429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</p:spTree>
    <p:extLst>
      <p:ext uri="{BB962C8B-B14F-4D97-AF65-F5344CB8AC3E}">
        <p14:creationId xmlns:p14="http://schemas.microsoft.com/office/powerpoint/2010/main" val="264278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1952-EEC6-4DF1-87F2-C44573722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4C963-652D-454D-A2A7-532CC89C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5" y="386143"/>
            <a:ext cx="11323809" cy="6085714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7D8DB50-7404-47C6-A442-94C22A0F053B}"/>
              </a:ext>
            </a:extLst>
          </p:cNvPr>
          <p:cNvSpPr/>
          <p:nvPr/>
        </p:nvSpPr>
        <p:spPr bwMode="auto">
          <a:xfrm>
            <a:off x="3238539" y="4629765"/>
            <a:ext cx="1807527" cy="53737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7C7CD9-A90D-4B1D-AC2E-4D867F50B583}"/>
              </a:ext>
            </a:extLst>
          </p:cNvPr>
          <p:cNvSpPr/>
          <p:nvPr/>
        </p:nvSpPr>
        <p:spPr bwMode="auto">
          <a:xfrm>
            <a:off x="5671624" y="4629766"/>
            <a:ext cx="1807527" cy="53737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E99F8-9F76-4D94-A1A1-E7101E6D65AF}"/>
              </a:ext>
            </a:extLst>
          </p:cNvPr>
          <p:cNvSpPr txBox="1"/>
          <p:nvPr/>
        </p:nvSpPr>
        <p:spPr>
          <a:xfrm>
            <a:off x="805174" y="5554606"/>
            <a:ext cx="1584960" cy="707886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trike="sngStrike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C92C7-F1C2-4302-A040-087DF39DBF75}"/>
              </a:ext>
            </a:extLst>
          </p:cNvPr>
          <p:cNvSpPr txBox="1"/>
          <p:nvPr/>
        </p:nvSpPr>
        <p:spPr>
          <a:xfrm>
            <a:off x="2873666" y="5493050"/>
            <a:ext cx="5595915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https://www.dropbox.com/s/9lbs9e8luiuwvr7/%2471st%20GSC%20Final%20List%20of%20Agenda%20Items%20with%20strike-out%20%28Spanish%29.pdf?dl=0</a:t>
            </a:r>
            <a:endParaRPr lang="en-US" sz="1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63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B5720B-4F18-4DEB-BC18-3A84E5DEEBD2}"/>
              </a:ext>
            </a:extLst>
          </p:cNvPr>
          <p:cNvSpPr txBox="1"/>
          <p:nvPr/>
        </p:nvSpPr>
        <p:spPr>
          <a:xfrm>
            <a:off x="335641" y="5167308"/>
            <a:ext cx="5279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https://www.dropbox.com/s/2ha4lbws6jzzdwp/%2471st%20GSC%20Final%20List%20of%20Agenda%20Items%20with%20strikeout%20%28English%29.pdf?dl=0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951D7-E9F5-406F-9A3E-83608763F124}"/>
              </a:ext>
            </a:extLst>
          </p:cNvPr>
          <p:cNvSpPr txBox="1"/>
          <p:nvPr/>
        </p:nvSpPr>
        <p:spPr>
          <a:xfrm>
            <a:off x="6096000" y="5220473"/>
            <a:ext cx="5723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CC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https://www.dropbox.com/s/9lbs9e8luiuwvr7/%2471st%20GSC%20Final%20List%20of%20Agenda%20Items%20with%20strike-out%20%28Spanish%29.pdf?dl=0</a:t>
            </a:r>
            <a:endParaRPr lang="en-US" dirty="0">
              <a:solidFill>
                <a:srgbClr val="FFCC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BE99-4AA2-43D4-AED0-1C5B7ACE5545}"/>
              </a:ext>
            </a:extLst>
          </p:cNvPr>
          <p:cNvSpPr txBox="1"/>
          <p:nvPr/>
        </p:nvSpPr>
        <p:spPr>
          <a:xfrm>
            <a:off x="189606" y="4520977"/>
            <a:ext cx="222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Inglés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77FD3-0D14-4A88-95A9-05C9E4B4615A}"/>
              </a:ext>
            </a:extLst>
          </p:cNvPr>
          <p:cNvSpPr txBox="1"/>
          <p:nvPr/>
        </p:nvSpPr>
        <p:spPr>
          <a:xfrm>
            <a:off x="9781708" y="4520977"/>
            <a:ext cx="222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Español</a:t>
            </a:r>
            <a:endParaRPr lang="en-US" b="1" dirty="0">
              <a:solidFill>
                <a:srgbClr val="FF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C48AF-3662-481E-BB91-8FC42B47CC8C}"/>
              </a:ext>
            </a:extLst>
          </p:cNvPr>
          <p:cNvSpPr txBox="1"/>
          <p:nvPr/>
        </p:nvSpPr>
        <p:spPr>
          <a:xfrm>
            <a:off x="189606" y="916468"/>
            <a:ext cx="1830580" cy="15696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Elementos de la agenda en público disponible</a:t>
            </a:r>
            <a:endParaRPr lang="en-US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8198D-A9CC-4816-9091-5477C7CFA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292" y="176126"/>
            <a:ext cx="7386555" cy="45720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6229E4-A2B2-481D-8DB9-7CE3611A7051}"/>
              </a:ext>
            </a:extLst>
          </p:cNvPr>
          <p:cNvSpPr txBox="1"/>
          <p:nvPr/>
        </p:nvSpPr>
        <p:spPr>
          <a:xfrm>
            <a:off x="10107140" y="2215982"/>
            <a:ext cx="1584960" cy="707886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trike="sngStrike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</p:txBody>
      </p:sp>
    </p:spTree>
    <p:extLst>
      <p:ext uri="{BB962C8B-B14F-4D97-AF65-F5344CB8AC3E}">
        <p14:creationId xmlns:p14="http://schemas.microsoft.com/office/powerpoint/2010/main" val="139257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8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B090-C64D-4721-9986-AF0607C9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01180"/>
            <a:ext cx="10972800" cy="1143000"/>
          </a:xfrm>
        </p:spPr>
        <p:txBody>
          <a:bodyPr/>
          <a:lstStyle/>
          <a:p>
            <a:r>
              <a:rPr lang="en-US" sz="66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Recursos</a:t>
            </a:r>
            <a:r>
              <a:rPr lang="en-US" sz="6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66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confidenciales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CDF93-4214-44F2-9A60-1A4679E7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5610"/>
            <a:ext cx="12051455" cy="4495800"/>
          </a:xfrm>
        </p:spPr>
        <p:txBody>
          <a:bodyPr/>
          <a:lstStyle/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 2020 :</a:t>
            </a:r>
            <a:endParaRPr lang="en-US" sz="3600" baseline="3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n-US" sz="36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Conferencia</a:t>
            </a: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2020 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6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Informes</a:t>
            </a: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ts val="5000"/>
              </a:lnSpc>
            </a:pPr>
            <a:r>
              <a:rPr lang="es-E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Información básica en inglés desde el 15 de febrero</a:t>
            </a: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s-E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Información de antecedentes en español 7 y 12 de marzo</a:t>
            </a: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s-E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Resúmenes tabulados, preguntas pertinentes el 1 de marzo</a:t>
            </a:r>
            <a:endParaRPr lang="en-US" sz="3600" baseline="3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s-E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Formularios de Google</a:t>
            </a:r>
            <a:r>
              <a:rPr lang="es-E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comentarios principales el 6 de marzo</a:t>
            </a: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s-ES" sz="3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Reportajes con caras, el primero programado para el 4 de mayo</a:t>
            </a:r>
            <a:endParaRPr lang="en-US" sz="3500" baseline="3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EF88E-B148-4B5B-8BD9-6750E4BB7726}"/>
              </a:ext>
            </a:extLst>
          </p:cNvPr>
          <p:cNvSpPr txBox="1"/>
          <p:nvPr/>
        </p:nvSpPr>
        <p:spPr>
          <a:xfrm>
            <a:off x="4537660" y="921900"/>
            <a:ext cx="6836735" cy="825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 dirty="0">
                <a:solidFill>
                  <a:srgbClr val="00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https://www.dropbox.com/s/lnwd48lrrk1y2sx/%232020%20Report%20Back%20Brainstorm.Final.July%207%2C2020.pdf?dl=0</a:t>
            </a:r>
            <a:endParaRPr lang="en-US" sz="2800" dirty="0">
              <a:solidFill>
                <a:srgbClr val="00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18072-6F8E-4471-B915-1F7CBFB6A3B0}"/>
              </a:ext>
            </a:extLst>
          </p:cNvPr>
          <p:cNvSpPr txBox="1"/>
          <p:nvPr/>
        </p:nvSpPr>
        <p:spPr>
          <a:xfrm>
            <a:off x="5214720" y="1870294"/>
            <a:ext cx="6836735" cy="1222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 dirty="0">
                <a:solidFill>
                  <a:srgbClr val="00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https://www.dropbox.com/s/mqzvloivktumsrs/%2370th%20GSC%20Final%20Report%20%28Anonymity%20Protected%29%20-%20English.pdf?dl=0</a:t>
            </a:r>
            <a:endParaRPr lang="en-US" sz="2000" dirty="0">
              <a:solidFill>
                <a:srgbClr val="00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95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27D993D-3279-44F6-AAFF-C6FCCDD5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</p:spPr>
        <p:txBody>
          <a:bodyPr anchor="ctr" anchorCtr="1"/>
          <a:lstStyle/>
          <a:p>
            <a:r>
              <a:rPr lang="en-US" sz="6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Acceso</a:t>
            </a:r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a </a:t>
            </a:r>
            <a:r>
              <a:rPr lang="en-US" sz="6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elementos</a:t>
            </a:r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6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confidenciales</a:t>
            </a:r>
            <a:b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</a:br>
            <a:endParaRPr lang="en-US" sz="4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1B9832-DB2D-4FC2-AFCD-C25701D359CE}"/>
              </a:ext>
            </a:extLst>
          </p:cNvPr>
          <p:cNvSpPr/>
          <p:nvPr/>
        </p:nvSpPr>
        <p:spPr bwMode="auto">
          <a:xfrm>
            <a:off x="4977359" y="1332251"/>
            <a:ext cx="958969" cy="3747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3C091-302E-45B0-A84C-BB3C6326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60" y="1332251"/>
            <a:ext cx="9564680" cy="52120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4FED57-B65E-44EC-8A5F-2975FA194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732" y="2336026"/>
            <a:ext cx="1342857" cy="1371429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CC623-4CA9-41B2-9DE8-31F846FAF61B}"/>
              </a:ext>
            </a:extLst>
          </p:cNvPr>
          <p:cNvSpPr txBox="1"/>
          <p:nvPr/>
        </p:nvSpPr>
        <p:spPr>
          <a:xfrm>
            <a:off x="1027485" y="2323389"/>
            <a:ext cx="1853783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ln w="11430"/>
                <a:solidFill>
                  <a:srgbClr val="FF0000"/>
                </a:solidFill>
                <a:latin typeface="Times New Roman" pitchFamily="18" charset="0"/>
              </a:rPr>
              <a:t>Información</a:t>
            </a:r>
            <a:r>
              <a:rPr lang="en-US" sz="2400" b="1" dirty="0">
                <a:ln w="11430"/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2400" b="1" dirty="0" err="1">
                <a:ln w="11430"/>
                <a:solidFill>
                  <a:srgbClr val="FF0000"/>
                </a:solidFill>
                <a:latin typeface="Times New Roman" pitchFamily="18" charset="0"/>
              </a:rPr>
              <a:t>confidencial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EA7D2F-5BE0-4D8B-9EDF-AA1474358A44}"/>
              </a:ext>
            </a:extLst>
          </p:cNvPr>
          <p:cNvCxnSpPr>
            <a:cxnSpLocks/>
          </p:cNvCxnSpPr>
          <p:nvPr/>
        </p:nvCxnSpPr>
        <p:spPr bwMode="auto">
          <a:xfrm flipV="1">
            <a:off x="2881268" y="2320077"/>
            <a:ext cx="1241027" cy="41881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A875D37-C0C0-4AD8-BBDB-C70C15F14E86}"/>
              </a:ext>
            </a:extLst>
          </p:cNvPr>
          <p:cNvSpPr/>
          <p:nvPr/>
        </p:nvSpPr>
        <p:spPr bwMode="auto">
          <a:xfrm>
            <a:off x="3793375" y="1674279"/>
            <a:ext cx="1663908" cy="48095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ED2D6E-76C7-4FE3-8E10-29CB48CA6CAE}"/>
              </a:ext>
            </a:extLst>
          </p:cNvPr>
          <p:cNvCxnSpPr>
            <a:cxnSpLocks/>
          </p:cNvCxnSpPr>
          <p:nvPr/>
        </p:nvCxnSpPr>
        <p:spPr bwMode="auto">
          <a:xfrm>
            <a:off x="6953691" y="1149886"/>
            <a:ext cx="4575544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9991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AE50-06F4-43F4-A9CE-F68AEF51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Acceso</a:t>
            </a:r>
            <a:r>
              <a:rPr lang="en-US" sz="48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a </a:t>
            </a:r>
            <a:r>
              <a:rPr lang="en-US" sz="48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información</a:t>
            </a:r>
            <a:r>
              <a:rPr lang="en-US" sz="48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48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confidencial</a:t>
            </a:r>
            <a:endParaRPr lang="en-US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FBE1D8-3337-449B-9E06-680A75EB4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81" b="4986"/>
          <a:stretch/>
        </p:blipFill>
        <p:spPr>
          <a:xfrm>
            <a:off x="731520" y="1371600"/>
            <a:ext cx="10728960" cy="5029201"/>
          </a:xfrm>
          <a:ln w="38100">
            <a:solidFill>
              <a:srgbClr val="FFFF00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D24B737-58C1-41EE-AA66-6F392D663E3F}"/>
              </a:ext>
            </a:extLst>
          </p:cNvPr>
          <p:cNvSpPr/>
          <p:nvPr/>
        </p:nvSpPr>
        <p:spPr bwMode="auto">
          <a:xfrm>
            <a:off x="1531086" y="2955869"/>
            <a:ext cx="3040913" cy="669851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39528-80E7-409F-A8D4-A7FC30AB1172}"/>
              </a:ext>
            </a:extLst>
          </p:cNvPr>
          <p:cNvSpPr txBox="1"/>
          <p:nvPr/>
        </p:nvSpPr>
        <p:spPr>
          <a:xfrm>
            <a:off x="1531086" y="2955869"/>
            <a:ext cx="2934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area09</a:t>
            </a:r>
            <a:r>
              <a:rPr 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anel70</a:t>
            </a:r>
          </a:p>
        </p:txBody>
      </p:sp>
    </p:spTree>
    <p:extLst>
      <p:ext uri="{BB962C8B-B14F-4D97-AF65-F5344CB8AC3E}">
        <p14:creationId xmlns:p14="http://schemas.microsoft.com/office/powerpoint/2010/main" val="268374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340A-AC0B-4D04-BA0D-C0ED6030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670"/>
            <a:ext cx="10972800" cy="1143000"/>
          </a:xfrm>
        </p:spPr>
        <p:txBody>
          <a:bodyPr/>
          <a:lstStyle/>
          <a:p>
            <a:r>
              <a:rPr lang="es-E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Navegación por la información básica</a:t>
            </a:r>
            <a:endParaRPr lang="en-US" sz="5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FAB53C-22F2-4DFA-A74D-795E5B78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33" y="1460789"/>
            <a:ext cx="10666667" cy="5228571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05208B-C442-4073-AA04-6C1D0190A6A1}"/>
              </a:ext>
            </a:extLst>
          </p:cNvPr>
          <p:cNvSpPr txBox="1"/>
          <p:nvPr/>
        </p:nvSpPr>
        <p:spPr>
          <a:xfrm>
            <a:off x="963114" y="1446551"/>
            <a:ext cx="2604544" cy="830997"/>
          </a:xfrm>
          <a:prstGeom prst="rect">
            <a:avLst/>
          </a:prstGeom>
          <a:solidFill>
            <a:schemeClr val="tx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Marcadores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documentos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593C53-7995-4B09-99E1-44FF2D2F7483}"/>
              </a:ext>
            </a:extLst>
          </p:cNvPr>
          <p:cNvSpPr/>
          <p:nvPr/>
        </p:nvSpPr>
        <p:spPr bwMode="auto">
          <a:xfrm>
            <a:off x="1451545" y="5457171"/>
            <a:ext cx="1876268" cy="48455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DA5F9-CFF6-4327-919B-31F9A235157E}"/>
              </a:ext>
            </a:extLst>
          </p:cNvPr>
          <p:cNvSpPr txBox="1"/>
          <p:nvPr/>
        </p:nvSpPr>
        <p:spPr>
          <a:xfrm>
            <a:off x="9717260" y="3950153"/>
            <a:ext cx="2048656" cy="1200329"/>
          </a:xfrm>
          <a:prstGeom prst="rect">
            <a:avLst/>
          </a:prstGeom>
          <a:solidFill>
            <a:schemeClr val="tx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Enlaces a 37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agenda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FC1BB4-C71E-4EA0-A38C-5827251EAEA2}"/>
              </a:ext>
            </a:extLst>
          </p:cNvPr>
          <p:cNvCxnSpPr>
            <a:cxnSpLocks/>
          </p:cNvCxnSpPr>
          <p:nvPr/>
        </p:nvCxnSpPr>
        <p:spPr bwMode="auto">
          <a:xfrm flipH="1">
            <a:off x="10145669" y="5138828"/>
            <a:ext cx="544643" cy="39015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82C941-4F73-4BBE-9A7C-335FECA3F2BE}"/>
              </a:ext>
            </a:extLst>
          </p:cNvPr>
          <p:cNvCxnSpPr>
            <a:cxnSpLocks/>
          </p:cNvCxnSpPr>
          <p:nvPr/>
        </p:nvCxnSpPr>
        <p:spPr bwMode="auto">
          <a:xfrm>
            <a:off x="2389679" y="2291786"/>
            <a:ext cx="0" cy="311966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5812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62F8-E756-4CCF-A88D-5582E101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072"/>
            <a:ext cx="10972800" cy="1143000"/>
          </a:xfrm>
        </p:spPr>
        <p:txBody>
          <a:bodyPr/>
          <a:lstStyle/>
          <a:p>
            <a:pPr algn="r"/>
            <a:r>
              <a:rPr lang="en-US" sz="44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Información</a:t>
            </a:r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de </a:t>
            </a:r>
            <a:r>
              <a:rPr lang="en-US" sz="44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contexto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97F61-DA96-4500-8EA4-9C94A5EB2DD5}"/>
              </a:ext>
            </a:extLst>
          </p:cNvPr>
          <p:cNvSpPr txBox="1"/>
          <p:nvPr/>
        </p:nvSpPr>
        <p:spPr>
          <a:xfrm>
            <a:off x="4243048" y="1255068"/>
            <a:ext cx="3673977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Comité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Fideicomisarios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deliberaciones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560ED-61E0-4B3B-9707-F5F3C586D98D}"/>
              </a:ext>
            </a:extLst>
          </p:cNvPr>
          <p:cNvSpPr txBox="1"/>
          <p:nvPr/>
        </p:nvSpPr>
        <p:spPr>
          <a:xfrm>
            <a:off x="770597" y="4401307"/>
            <a:ext cx="3350432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Letra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introduciendo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agenda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294D6-1BDA-43B1-B960-4372E30145E4}"/>
              </a:ext>
            </a:extLst>
          </p:cNvPr>
          <p:cNvSpPr txBox="1"/>
          <p:nvPr/>
        </p:nvSpPr>
        <p:spPr>
          <a:xfrm>
            <a:off x="8473490" y="4967002"/>
            <a:ext cx="3019143" cy="1569660"/>
          </a:xfrm>
          <a:prstGeom prst="rect">
            <a:avLst/>
          </a:prstGeom>
          <a:solidFill>
            <a:schemeClr val="tx1"/>
          </a:solidFill>
          <a:ln w="38100">
            <a:solidFill>
              <a:srgbClr val="00FF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Partes pertinente </a:t>
            </a:r>
            <a:r>
              <a:rPr lang="es-E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esresaltado</a:t>
            </a:r>
            <a:r>
              <a:rPr lang="es-E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ayudarte a estudiar información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DE7737-50F2-41B1-9B0D-3381313A2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66" y="255518"/>
            <a:ext cx="3399769" cy="32918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007F4F-A283-450E-ADA9-D90771BB7DD4}"/>
              </a:ext>
            </a:extLst>
          </p:cNvPr>
          <p:cNvSpPr/>
          <p:nvPr/>
        </p:nvSpPr>
        <p:spPr bwMode="auto">
          <a:xfrm>
            <a:off x="594774" y="901148"/>
            <a:ext cx="3419061" cy="1325217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C343D9A-EDBB-4BF4-A416-74A7E2C93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92" y="2592419"/>
            <a:ext cx="3332404" cy="338328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F9B1867-E924-4BD7-83FC-5F7A97740CFC}"/>
              </a:ext>
            </a:extLst>
          </p:cNvPr>
          <p:cNvSpPr/>
          <p:nvPr/>
        </p:nvSpPr>
        <p:spPr bwMode="auto">
          <a:xfrm>
            <a:off x="7345535" y="2507075"/>
            <a:ext cx="536281" cy="55837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C968B1-76A8-447C-94B6-5850BB756868}"/>
              </a:ext>
            </a:extLst>
          </p:cNvPr>
          <p:cNvSpPr/>
          <p:nvPr/>
        </p:nvSpPr>
        <p:spPr bwMode="auto">
          <a:xfrm>
            <a:off x="4497964" y="3960872"/>
            <a:ext cx="3419061" cy="147676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366CC30-588D-4C2B-BE87-7BE5975E2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922" y="1524965"/>
            <a:ext cx="3323241" cy="329184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CD7344C3-FAA0-4C85-BA1D-CA92A746128F}"/>
              </a:ext>
            </a:extLst>
          </p:cNvPr>
          <p:cNvSpPr/>
          <p:nvPr/>
        </p:nvSpPr>
        <p:spPr bwMode="auto">
          <a:xfrm>
            <a:off x="11082695" y="1421380"/>
            <a:ext cx="536281" cy="558374"/>
          </a:xfrm>
          <a:prstGeom prst="ellipse">
            <a:avLst/>
          </a:prstGeom>
          <a:noFill/>
          <a:ln w="28575" cap="flat" cmpd="sng" algn="ctr">
            <a:solidFill>
              <a:srgbClr val="00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EC600A-83BB-496C-B287-42492A340E5B}"/>
              </a:ext>
            </a:extLst>
          </p:cNvPr>
          <p:cNvSpPr/>
          <p:nvPr/>
        </p:nvSpPr>
        <p:spPr bwMode="auto">
          <a:xfrm>
            <a:off x="8401153" y="2576761"/>
            <a:ext cx="3176781" cy="1336431"/>
          </a:xfrm>
          <a:prstGeom prst="rect">
            <a:avLst/>
          </a:prstGeom>
          <a:noFill/>
          <a:ln w="38100" cap="flat" cmpd="sng" algn="ctr">
            <a:solidFill>
              <a:srgbClr val="00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02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6" grpId="0" animBg="1"/>
      <p:bldP spid="6" grpId="0" animBg="1"/>
      <p:bldP spid="12" grpId="0" animBg="1"/>
      <p:bldP spid="11" grpId="0" animBg="1"/>
      <p:bldP spid="17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1952-EEC6-4DF1-87F2-C445737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9" y="108680"/>
            <a:ext cx="11748976" cy="1143000"/>
          </a:xfrm>
        </p:spPr>
        <p:txBody>
          <a:bodyPr/>
          <a:lstStyle/>
          <a:p>
            <a:r>
              <a:rPr lang="es-ES" dirty="0">
                <a:ln w="11430"/>
                <a:solidFill>
                  <a:srgbClr val="00FFCC"/>
                </a:solidFill>
                <a:latin typeface="Times New Roman" pitchFamily="18" charset="0"/>
              </a:rPr>
              <a:t>Recopilación de comentarios y captura de votos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80E9A-B546-4145-893C-4CD14E76A2B7}"/>
              </a:ext>
            </a:extLst>
          </p:cNvPr>
          <p:cNvSpPr txBox="1"/>
          <p:nvPr/>
        </p:nvSpPr>
        <p:spPr>
          <a:xfrm>
            <a:off x="6802238" y="5004580"/>
            <a:ext cx="4780162" cy="95410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Tablas de resumen </a:t>
            </a:r>
            <a:r>
              <a:rPr lang="es-E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necesita enviar copias impresas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70E8F-99E3-4E32-96BB-AFF82DD54730}"/>
              </a:ext>
            </a:extLst>
          </p:cNvPr>
          <p:cNvSpPr txBox="1"/>
          <p:nvPr/>
        </p:nvSpPr>
        <p:spPr>
          <a:xfrm>
            <a:off x="7420462" y="1384186"/>
            <a:ext cx="2837475" cy="1569660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Proporcionar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comentarios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votar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BF8C6A-EB52-4EA9-B058-F68735C69CE4}"/>
              </a:ext>
            </a:extLst>
          </p:cNvPr>
          <p:cNvSpPr txBox="1"/>
          <p:nvPr/>
        </p:nvSpPr>
        <p:spPr>
          <a:xfrm>
            <a:off x="7814546" y="3426386"/>
            <a:ext cx="3767854" cy="95410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Formularios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Google</a:t>
            </a:r>
          </a:p>
          <a:p>
            <a:pPr algn="ctr"/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MEJOR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D2DE6-6D23-4FE6-954F-0360ACCC3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4" y="1251679"/>
            <a:ext cx="5980396" cy="5303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DAE80F-8834-4400-A8F9-5079615A115F}"/>
              </a:ext>
            </a:extLst>
          </p:cNvPr>
          <p:cNvCxnSpPr>
            <a:cxnSpLocks/>
          </p:cNvCxnSpPr>
          <p:nvPr/>
        </p:nvCxnSpPr>
        <p:spPr bwMode="auto">
          <a:xfrm flipH="1">
            <a:off x="5303520" y="3904155"/>
            <a:ext cx="2511027" cy="4763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8A09A1-FB06-4675-9AC2-3F25E8DD01B6}"/>
              </a:ext>
            </a:extLst>
          </p:cNvPr>
          <p:cNvCxnSpPr>
            <a:cxnSpLocks/>
          </p:cNvCxnSpPr>
          <p:nvPr/>
        </p:nvCxnSpPr>
        <p:spPr bwMode="auto">
          <a:xfrm flipH="1">
            <a:off x="5730240" y="5493826"/>
            <a:ext cx="1071998" cy="3461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6445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3C3B-0868-4F56-9436-B9C72EAC2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11967"/>
            <a:ext cx="10972800" cy="1143000"/>
          </a:xfrm>
        </p:spPr>
        <p:txBody>
          <a:bodyPr/>
          <a:lstStyle/>
          <a:p>
            <a:r>
              <a:rPr lang="en-US" sz="4800" dirty="0" err="1">
                <a:solidFill>
                  <a:srgbClr val="66FFFF"/>
                </a:solidFill>
              </a:rPr>
              <a:t>Tablas</a:t>
            </a:r>
            <a:r>
              <a:rPr lang="en-US" sz="4800" dirty="0">
                <a:solidFill>
                  <a:srgbClr val="66FFFF"/>
                </a:solidFill>
              </a:rPr>
              <a:t> de </a:t>
            </a:r>
            <a:r>
              <a:rPr lang="en-US" sz="4800" dirty="0" err="1">
                <a:solidFill>
                  <a:srgbClr val="66FFFF"/>
                </a:solidFill>
              </a:rPr>
              <a:t>resumen</a:t>
            </a:r>
            <a:endParaRPr lang="en-US" sz="4800" dirty="0">
              <a:solidFill>
                <a:srgbClr val="66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684E1-CBDB-4536-B78C-0DACBF965320}"/>
              </a:ext>
            </a:extLst>
          </p:cNvPr>
          <p:cNvSpPr txBox="1"/>
          <p:nvPr/>
        </p:nvSpPr>
        <p:spPr>
          <a:xfrm>
            <a:off x="7232755" y="1128762"/>
            <a:ext cx="43496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Información de contexto </a:t>
            </a:r>
            <a:r>
              <a:rPr lang="es-ES" sz="3200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(16/2 al 25/2/2021):</a:t>
            </a:r>
          </a:p>
          <a:p>
            <a:pPr algn="ctr"/>
            <a:r>
              <a:rPr lang="es-ES" sz="3200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 horas resumiendo </a:t>
            </a:r>
          </a:p>
          <a:p>
            <a:pPr algn="ctr"/>
            <a:r>
              <a:rPr lang="es-ES" sz="3200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horas tabulando</a:t>
            </a:r>
            <a:endParaRPr lang="en-US" sz="3200" dirty="0">
              <a:solidFill>
                <a:srgbClr val="66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1F709-57E2-46BD-A8AF-159610974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581" y="3667135"/>
            <a:ext cx="3657600" cy="27432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E64BE4-6A2B-4711-9929-5176631C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68" y="1042025"/>
            <a:ext cx="5588361" cy="429768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83EE64-699E-4B06-B6D5-89D75EBC066B}"/>
              </a:ext>
            </a:extLst>
          </p:cNvPr>
          <p:cNvSpPr txBox="1"/>
          <p:nvPr/>
        </p:nvSpPr>
        <p:spPr>
          <a:xfrm>
            <a:off x="1149190" y="5435848"/>
            <a:ext cx="49468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Gasta tanto o </a:t>
            </a:r>
            <a:r>
              <a:rPr lang="es-ES" sz="3200" dirty="0" err="1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pocoel</a:t>
            </a:r>
            <a:r>
              <a:rPr lang="es-E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tiempo que quieras gastar!</a:t>
            </a:r>
            <a:endParaRPr lang="en-US" sz="3200" dirty="0">
              <a:solidFill>
                <a:srgbClr val="FF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7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C5F4-B60E-4E83-976C-968825A5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1" y="310947"/>
            <a:ext cx="10972800" cy="1143000"/>
          </a:xfrm>
        </p:spPr>
        <p:txBody>
          <a:bodyPr/>
          <a:lstStyle/>
          <a:p>
            <a:pPr algn="r"/>
            <a:r>
              <a:rPr lang="en-US" sz="4800" dirty="0" err="1">
                <a:solidFill>
                  <a:srgbClr val="66FFFF"/>
                </a:solidFill>
              </a:rPr>
              <a:t>Cuestionar</a:t>
            </a:r>
            <a:r>
              <a:rPr lang="en-US" sz="4800" dirty="0">
                <a:solidFill>
                  <a:srgbClr val="66FFFF"/>
                </a:solidFill>
              </a:rPr>
              <a:t> o </a:t>
            </a:r>
            <a:br>
              <a:rPr lang="en-US" sz="4800" dirty="0">
                <a:solidFill>
                  <a:srgbClr val="66FFFF"/>
                </a:solidFill>
              </a:rPr>
            </a:br>
            <a:r>
              <a:rPr lang="en-US" sz="4800" dirty="0">
                <a:solidFill>
                  <a:srgbClr val="66FFFF"/>
                </a:solidFill>
              </a:rPr>
              <a:t>no </a:t>
            </a:r>
            <a:r>
              <a:rPr lang="en-US" sz="4800" dirty="0" err="1">
                <a:solidFill>
                  <a:srgbClr val="66FFFF"/>
                </a:solidFill>
              </a:rPr>
              <a:t>cuestionar</a:t>
            </a:r>
            <a:endParaRPr lang="en-US" sz="4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C693D-2D48-4854-AA39-AC18A29C4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12" y="548640"/>
            <a:ext cx="5145980" cy="57607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AC9932-A6CB-4473-A51B-AD5315A1877B}"/>
              </a:ext>
            </a:extLst>
          </p:cNvPr>
          <p:cNvSpPr txBox="1"/>
          <p:nvPr/>
        </p:nvSpPr>
        <p:spPr>
          <a:xfrm>
            <a:off x="6096000" y="1866281"/>
            <a:ext cx="5855276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 elementos de la agenda en fuente normal = No hay oportunidad de participar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6EAF10-13F9-4398-BFAC-FC9D9A004D5E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 flipV="1">
            <a:off x="3925824" y="1287734"/>
            <a:ext cx="2170176" cy="9940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3FD4BC-5EF7-4159-9E84-33AE7BBCB666}"/>
              </a:ext>
            </a:extLst>
          </p:cNvPr>
          <p:cNvCxnSpPr>
            <a:cxnSpLocks/>
            <a:stCxn id="13" idx="1"/>
          </p:cNvCxnSpPr>
          <p:nvPr/>
        </p:nvCxnSpPr>
        <p:spPr bwMode="auto">
          <a:xfrm flipH="1" flipV="1">
            <a:off x="4242816" y="2799099"/>
            <a:ext cx="1853184" cy="10510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AD3C2F-C2DE-462F-A60D-7C7F047A61C7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 flipV="1">
            <a:off x="4742688" y="2061264"/>
            <a:ext cx="1353312" cy="22051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C38827-DCB4-455C-89DE-726556766F49}"/>
              </a:ext>
            </a:extLst>
          </p:cNvPr>
          <p:cNvCxnSpPr>
            <a:cxnSpLocks/>
          </p:cNvCxnSpPr>
          <p:nvPr/>
        </p:nvCxnSpPr>
        <p:spPr bwMode="auto">
          <a:xfrm flipH="1">
            <a:off x="4742688" y="3850196"/>
            <a:ext cx="1353312" cy="10510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E5AE52-CF7E-49C7-BBD0-2A8AA0993A8D}"/>
              </a:ext>
            </a:extLst>
          </p:cNvPr>
          <p:cNvSpPr txBox="1"/>
          <p:nvPr/>
        </p:nvSpPr>
        <p:spPr>
          <a:xfrm>
            <a:off x="6096000" y="3434698"/>
            <a:ext cx="5500253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83 elementos de la agenda en fuente azul = Por favor, proporcione información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B78322-64EE-40CA-80CE-36F0933A11D5}"/>
              </a:ext>
            </a:extLst>
          </p:cNvPr>
          <p:cNvSpPr txBox="1"/>
          <p:nvPr/>
        </p:nvSpPr>
        <p:spPr>
          <a:xfrm>
            <a:off x="5918488" y="4820497"/>
            <a:ext cx="58552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TODOS </a:t>
            </a:r>
            <a:r>
              <a:rPr lang="es-E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elementos de la agenda en</a:t>
            </a:r>
            <a:r>
              <a:rPr lang="es-E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Formularios de Google </a:t>
            </a:r>
            <a:r>
              <a:rPr lang="es-E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Entrada</a:t>
            </a:r>
            <a:endParaRPr lang="en-US" sz="3200" dirty="0">
              <a:solidFill>
                <a:srgbClr val="FF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90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D7C2-C319-4708-ADFF-E1624964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1240"/>
            <a:ext cx="10972800" cy="1143000"/>
          </a:xfrm>
        </p:spPr>
        <p:txBody>
          <a:bodyPr/>
          <a:lstStyle/>
          <a:p>
            <a:r>
              <a:rPr lang="en-US" sz="5400" dirty="0" err="1">
                <a:solidFill>
                  <a:srgbClr val="66FFFF"/>
                </a:solidFill>
              </a:rPr>
              <a:t>Números</a:t>
            </a:r>
            <a:r>
              <a:rPr lang="en-US" sz="5400" dirty="0">
                <a:solidFill>
                  <a:srgbClr val="66FFFF"/>
                </a:solidFill>
              </a:rPr>
              <a:t> de </a:t>
            </a:r>
            <a:r>
              <a:rPr lang="en-US" sz="5400" dirty="0" err="1">
                <a:solidFill>
                  <a:srgbClr val="66FFFF"/>
                </a:solidFill>
              </a:rPr>
              <a:t>página</a:t>
            </a:r>
            <a:r>
              <a:rPr lang="en-US" sz="5400" dirty="0">
                <a:solidFill>
                  <a:srgbClr val="66FFFF"/>
                </a:solidFill>
              </a:rPr>
              <a:t> </a:t>
            </a:r>
            <a:r>
              <a:rPr lang="en-US" sz="5400" dirty="0" err="1">
                <a:solidFill>
                  <a:srgbClr val="66FFFF"/>
                </a:solidFill>
              </a:rPr>
              <a:t>múltiples</a:t>
            </a:r>
            <a:endParaRPr lang="en-US" sz="5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1023FD-C6D7-4FB7-A005-2C86B7BC5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5" y="1133580"/>
            <a:ext cx="5701523" cy="47548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B549D7-0CEA-45DA-B868-27915541B646}"/>
              </a:ext>
            </a:extLst>
          </p:cNvPr>
          <p:cNvSpPr txBox="1"/>
          <p:nvPr/>
        </p:nvSpPr>
        <p:spPr>
          <a:xfrm>
            <a:off x="426749" y="1573017"/>
            <a:ext cx="2187298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archivo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todo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9D9191-F8D7-4998-A4BB-5FAE63394E39}"/>
              </a:ext>
            </a:extLst>
          </p:cNvPr>
          <p:cNvCxnSpPr>
            <a:cxnSpLocks/>
          </p:cNvCxnSpPr>
          <p:nvPr/>
        </p:nvCxnSpPr>
        <p:spPr bwMode="auto">
          <a:xfrm flipV="1">
            <a:off x="2614047" y="1573017"/>
            <a:ext cx="2383760" cy="41549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848AB4-A08D-4F4D-90C0-397C02F05F38}"/>
              </a:ext>
            </a:extLst>
          </p:cNvPr>
          <p:cNvSpPr txBox="1"/>
          <p:nvPr/>
        </p:nvSpPr>
        <p:spPr>
          <a:xfrm>
            <a:off x="426749" y="3232701"/>
            <a:ext cx="2187298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archivos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separados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BAB2C9-437B-4DF1-9640-15784641429E}"/>
              </a:ext>
            </a:extLst>
          </p:cNvPr>
          <p:cNvCxnSpPr>
            <a:cxnSpLocks/>
          </p:cNvCxnSpPr>
          <p:nvPr/>
        </p:nvCxnSpPr>
        <p:spPr bwMode="auto">
          <a:xfrm>
            <a:off x="2614047" y="3648200"/>
            <a:ext cx="2510635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8775D3-3287-4BD7-BE45-D9926E3AAEA8}"/>
              </a:ext>
            </a:extLst>
          </p:cNvPr>
          <p:cNvCxnSpPr>
            <a:cxnSpLocks/>
          </p:cNvCxnSpPr>
          <p:nvPr/>
        </p:nvCxnSpPr>
        <p:spPr bwMode="auto">
          <a:xfrm>
            <a:off x="6815328" y="1574119"/>
            <a:ext cx="1389888" cy="45829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A7F3A7-1AB0-4EF8-8DAA-5D98FEAD012A}"/>
              </a:ext>
            </a:extLst>
          </p:cNvPr>
          <p:cNvCxnSpPr>
            <a:cxnSpLocks/>
          </p:cNvCxnSpPr>
          <p:nvPr/>
        </p:nvCxnSpPr>
        <p:spPr bwMode="auto">
          <a:xfrm>
            <a:off x="6564779" y="3865590"/>
            <a:ext cx="0" cy="229147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5D6C22-1FA3-4D3E-9281-82B8CE63A319}"/>
              </a:ext>
            </a:extLst>
          </p:cNvPr>
          <p:cNvSpPr txBox="1"/>
          <p:nvPr/>
        </p:nvSpPr>
        <p:spPr>
          <a:xfrm>
            <a:off x="2377440" y="6157062"/>
            <a:ext cx="7071360" cy="461665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Tablas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páginas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1-438 (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páginas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1-1,371)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30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A0643-830E-4BAF-8D91-B49351E82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34" y="162851"/>
            <a:ext cx="10138732" cy="66751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BEFEA9-CE31-48CD-B8EF-75A2D873959B}"/>
              </a:ext>
            </a:extLst>
          </p:cNvPr>
          <p:cNvSpPr txBox="1"/>
          <p:nvPr/>
        </p:nvSpPr>
        <p:spPr>
          <a:xfrm>
            <a:off x="2772482" y="2481521"/>
            <a:ext cx="424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Qué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necesito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personalmente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leer?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A6031-3454-40C7-A684-11362ED793F1}"/>
              </a:ext>
            </a:extLst>
          </p:cNvPr>
          <p:cNvSpPr txBox="1"/>
          <p:nvPr/>
        </p:nvSpPr>
        <p:spPr>
          <a:xfrm>
            <a:off x="3010047" y="3194470"/>
            <a:ext cx="478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Información de antecedentes resumida aquí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1AA103-2536-4706-90CC-4BF376FC557D}"/>
              </a:ext>
            </a:extLst>
          </p:cNvPr>
          <p:cNvSpPr txBox="1"/>
          <p:nvPr/>
        </p:nvSpPr>
        <p:spPr>
          <a:xfrm>
            <a:off x="2552847" y="4372504"/>
            <a:ext cx="8776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¿Deberíamos revisar 164 páginas del Libro Grande? ¿Porque y como? ¿Por qué no?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35D130-09C9-4C23-BAA8-B0F7C26D24E0}"/>
              </a:ext>
            </a:extLst>
          </p:cNvPr>
          <p:cNvSpPr txBox="1"/>
          <p:nvPr/>
        </p:nvSpPr>
        <p:spPr>
          <a:xfrm>
            <a:off x="7905994" y="5392675"/>
            <a:ext cx="3130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 de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área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capturado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aquí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2918E8-CF4B-42F9-89A6-062A1A1D92C8}"/>
              </a:ext>
            </a:extLst>
          </p:cNvPr>
          <p:cNvSpPr txBox="1"/>
          <p:nvPr/>
        </p:nvSpPr>
        <p:spPr>
          <a:xfrm>
            <a:off x="2419660" y="742992"/>
            <a:ext cx="6163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Advisory Action, Additional Committee Consideration,  Forwarded (2020)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45851D-9C4A-4ADB-A185-57A58A6696BE}"/>
              </a:ext>
            </a:extLst>
          </p:cNvPr>
          <p:cNvSpPr txBox="1"/>
          <p:nvPr/>
        </p:nvSpPr>
        <p:spPr>
          <a:xfrm>
            <a:off x="9955899" y="782974"/>
            <a:ext cx="108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 or No?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272BDC-85E7-437F-BCDB-60E5DEF80684}"/>
              </a:ext>
            </a:extLst>
          </p:cNvPr>
          <p:cNvSpPr txBox="1"/>
          <p:nvPr/>
        </p:nvSpPr>
        <p:spPr>
          <a:xfrm>
            <a:off x="2861145" y="3913682"/>
            <a:ext cx="364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 notas durante la Conferencia</a:t>
            </a:r>
            <a:endParaRPr lang="en-US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421FBC-B69A-4CF8-B947-1EA12D6B3EA7}"/>
              </a:ext>
            </a:extLst>
          </p:cNvPr>
          <p:cNvSpPr/>
          <p:nvPr/>
        </p:nvSpPr>
        <p:spPr bwMode="auto">
          <a:xfrm>
            <a:off x="1158950" y="1750482"/>
            <a:ext cx="1931329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4F59FA5-328B-4037-BE7B-B4FB9ABB9B65}"/>
              </a:ext>
            </a:extLst>
          </p:cNvPr>
          <p:cNvSpPr/>
          <p:nvPr/>
        </p:nvSpPr>
        <p:spPr bwMode="auto">
          <a:xfrm>
            <a:off x="3628141" y="1750482"/>
            <a:ext cx="2113614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C67762-9808-49D8-ABC3-F8C5D9ED4A86}"/>
              </a:ext>
            </a:extLst>
          </p:cNvPr>
          <p:cNvSpPr/>
          <p:nvPr/>
        </p:nvSpPr>
        <p:spPr bwMode="auto">
          <a:xfrm>
            <a:off x="6040753" y="1671268"/>
            <a:ext cx="2113614" cy="519281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A07E014-5168-4ED0-850E-0E285FFBB50E}"/>
              </a:ext>
            </a:extLst>
          </p:cNvPr>
          <p:cNvSpPr/>
          <p:nvPr/>
        </p:nvSpPr>
        <p:spPr bwMode="auto">
          <a:xfrm>
            <a:off x="8364814" y="1673364"/>
            <a:ext cx="2113614" cy="465237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BB9F0C-90E7-4290-B2E5-6EB3C6819DF8}"/>
              </a:ext>
            </a:extLst>
          </p:cNvPr>
          <p:cNvSpPr/>
          <p:nvPr/>
        </p:nvSpPr>
        <p:spPr bwMode="auto">
          <a:xfrm>
            <a:off x="1158950" y="1229853"/>
            <a:ext cx="9827894" cy="369332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FD960EAC-9404-4611-8A01-0EDA1D3D3562}"/>
              </a:ext>
            </a:extLst>
          </p:cNvPr>
          <p:cNvSpPr/>
          <p:nvPr/>
        </p:nvSpPr>
        <p:spPr bwMode="auto">
          <a:xfrm>
            <a:off x="9927183" y="1194152"/>
            <a:ext cx="371061" cy="369332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35E200-E1D6-4E6A-94B9-5955EA9FD6EA}"/>
              </a:ext>
            </a:extLst>
          </p:cNvPr>
          <p:cNvSpPr txBox="1"/>
          <p:nvPr/>
        </p:nvSpPr>
        <p:spPr>
          <a:xfrm>
            <a:off x="2552847" y="5815858"/>
            <a:ext cx="5703759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https://www.dropbox.com/s/zr205ngvfghykmy/%24Master%20Summary%20Tables%20for%20Agenda%20Items.Final.2-24-2021.Spanish.pdf?dl=0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DD0DCC-A650-4EAE-B41B-3E99A5C684F3}"/>
              </a:ext>
            </a:extLst>
          </p:cNvPr>
          <p:cNvSpPr txBox="1"/>
          <p:nvPr/>
        </p:nvSpPr>
        <p:spPr>
          <a:xfrm>
            <a:off x="2552847" y="4811297"/>
            <a:ext cx="5703759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https://www.dropbox.com/s/zi5l1g2e5xvadug/%24Master%20Summary%20Tables%20for%20Agenda%20Items.Final.2-24-2021.English.pdf?dl=0</a:t>
            </a:r>
            <a:endParaRPr lang="en-US" b="1" dirty="0">
              <a:solidFill>
                <a:srgbClr val="66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27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21570A-025B-41DA-A5EB-0462E0916B52}"/>
              </a:ext>
            </a:extLst>
          </p:cNvPr>
          <p:cNvSpPr/>
          <p:nvPr/>
        </p:nvSpPr>
        <p:spPr>
          <a:xfrm>
            <a:off x="7764461" y="927941"/>
            <a:ext cx="233008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kern="0" dirty="0" err="1">
                <a:ln w="11430"/>
                <a:solidFill>
                  <a:srgbClr val="0000FF"/>
                </a:solidFill>
                <a:latin typeface="Times New Roman" pitchFamily="18" charset="0"/>
                <a:ea typeface="+mj-ea"/>
                <a:cs typeface="+mj-cs"/>
              </a:rPr>
              <a:t>Conferencia</a:t>
            </a:r>
            <a:r>
              <a:rPr lang="en-US" sz="3200" kern="0" dirty="0">
                <a:ln w="11430"/>
                <a:solidFill>
                  <a:srgbClr val="0000FF"/>
                </a:solidFill>
                <a:latin typeface="Times New Roman" pitchFamily="18" charset="0"/>
                <a:ea typeface="+mj-ea"/>
                <a:cs typeface="+mj-cs"/>
              </a:rPr>
              <a:t> </a:t>
            </a:r>
            <a:r>
              <a:rPr lang="en-US" sz="3200" kern="0" dirty="0" err="1">
                <a:ln w="11430"/>
                <a:solidFill>
                  <a:srgbClr val="0000FF"/>
                </a:solidFill>
                <a:latin typeface="Times New Roman" pitchFamily="18" charset="0"/>
                <a:ea typeface="+mj-ea"/>
                <a:cs typeface="+mj-cs"/>
              </a:rPr>
              <a:t>Votar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B8A239-2FEC-4386-8A7D-B2F52EE51C05}"/>
              </a:ext>
            </a:extLst>
          </p:cNvPr>
          <p:cNvSpPr/>
          <p:nvPr/>
        </p:nvSpPr>
        <p:spPr>
          <a:xfrm>
            <a:off x="7699338" y="1976784"/>
            <a:ext cx="239520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>
                <a:ln w="11430"/>
                <a:solidFill>
                  <a:srgbClr val="FF0000"/>
                </a:solidFill>
                <a:latin typeface="Times New Roman" pitchFamily="18" charset="0"/>
                <a:ea typeface="+mj-ea"/>
                <a:cs typeface="+mj-cs"/>
              </a:rPr>
              <a:t>MSCA 09</a:t>
            </a:r>
          </a:p>
          <a:p>
            <a:pPr algn="ctr"/>
            <a:r>
              <a:rPr lang="en-US" sz="3200" kern="0" dirty="0">
                <a:ln w="11430"/>
                <a:solidFill>
                  <a:srgbClr val="FF0000"/>
                </a:solidFill>
                <a:latin typeface="Times New Roman" pitchFamily="18" charset="0"/>
                <a:ea typeface="+mj-ea"/>
                <a:cs typeface="+mj-cs"/>
              </a:rPr>
              <a:t>Entrada/</a:t>
            </a:r>
            <a:r>
              <a:rPr lang="en-US" sz="3200" kern="0" dirty="0" err="1">
                <a:ln w="11430"/>
                <a:solidFill>
                  <a:srgbClr val="FF0000"/>
                </a:solidFill>
                <a:latin typeface="Times New Roman" pitchFamily="18" charset="0"/>
                <a:ea typeface="+mj-ea"/>
                <a:cs typeface="+mj-cs"/>
              </a:rPr>
              <a:t>Voto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D67325-EBB9-4799-8A38-7B4B861972E9}"/>
              </a:ext>
            </a:extLst>
          </p:cNvPr>
          <p:cNvSpPr/>
          <p:nvPr/>
        </p:nvSpPr>
        <p:spPr>
          <a:xfrm>
            <a:off x="7629974" y="3185348"/>
            <a:ext cx="265008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 err="1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Fondo</a:t>
            </a:r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 </a:t>
            </a:r>
            <a:r>
              <a:rPr lang="en-US" sz="3200" kern="0" dirty="0" err="1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Notas</a:t>
            </a:r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: </a:t>
            </a:r>
          </a:p>
          <a:p>
            <a:pPr algn="ctr"/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Antes/</a:t>
            </a:r>
            <a:r>
              <a:rPr lang="en-US" sz="3200" kern="0" dirty="0" err="1">
                <a:ln w="11430"/>
                <a:solidFill>
                  <a:srgbClr val="0000FF"/>
                </a:solidFill>
                <a:latin typeface="Times New Roman" pitchFamily="18" charset="0"/>
                <a:ea typeface="+mj-ea"/>
                <a:cs typeface="+mj-cs"/>
              </a:rPr>
              <a:t>Después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8E8EC-D5B6-4AF7-9354-9F7C6BBD5FD3}"/>
              </a:ext>
            </a:extLst>
          </p:cNvPr>
          <p:cNvSpPr/>
          <p:nvPr/>
        </p:nvSpPr>
        <p:spPr>
          <a:xfrm>
            <a:off x="7197094" y="4405765"/>
            <a:ext cx="346921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 err="1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Conferencia</a:t>
            </a:r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 </a:t>
            </a:r>
            <a:r>
              <a:rPr lang="en-US" sz="3200" kern="0" dirty="0" err="1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Notas</a:t>
            </a:r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: </a:t>
            </a:r>
          </a:p>
          <a:p>
            <a:pPr algn="ctr"/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Antes/</a:t>
            </a:r>
            <a:r>
              <a:rPr lang="en-US" sz="3200" kern="0" dirty="0" err="1">
                <a:ln w="11430"/>
                <a:solidFill>
                  <a:srgbClr val="FF0000"/>
                </a:solidFill>
                <a:latin typeface="Times New Roman" pitchFamily="18" charset="0"/>
                <a:ea typeface="+mj-ea"/>
                <a:cs typeface="+mj-cs"/>
              </a:rPr>
              <a:t>Después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2DEA49-8637-4CD4-A882-B2C9D7A2E3C5}"/>
              </a:ext>
            </a:extLst>
          </p:cNvPr>
          <p:cNvSpPr/>
          <p:nvPr/>
        </p:nvSpPr>
        <p:spPr>
          <a:xfrm>
            <a:off x="8001001" y="5633591"/>
            <a:ext cx="186140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>
                <a:ln w="11430"/>
                <a:solidFill>
                  <a:srgbClr val="FFFF00"/>
                </a:solidFill>
                <a:latin typeface="Times New Roman" pitchFamily="18" charset="0"/>
                <a:ea typeface="+mj-ea"/>
                <a:cs typeface="+mj-cs"/>
              </a:rPr>
              <a:t>MSCA 09</a:t>
            </a:r>
          </a:p>
          <a:p>
            <a:pPr algn="ctr"/>
            <a:r>
              <a:rPr lang="en-US" sz="3200" kern="0" dirty="0" err="1">
                <a:ln w="11430"/>
                <a:solidFill>
                  <a:srgbClr val="FFFF00"/>
                </a:solidFill>
                <a:latin typeface="Times New Roman" pitchFamily="18" charset="0"/>
                <a:ea typeface="+mj-ea"/>
                <a:cs typeface="+mj-cs"/>
              </a:rPr>
              <a:t>Aporte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B49FD-E091-46A5-B2AB-1AF564C48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2" y="198137"/>
            <a:ext cx="5333333" cy="6285714"/>
          </a:xfrm>
          <a:prstGeom prst="rect">
            <a:avLst/>
          </a:prstGeom>
          <a:ln w="57150">
            <a:solidFill>
              <a:srgbClr val="00FFCC"/>
            </a:solidFill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DF490F-56F9-4905-80A8-37500089AC51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H="1" flipV="1">
            <a:off x="4828032" y="3516397"/>
            <a:ext cx="2369062" cy="142797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66FF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3B8559-BAC6-4CD6-AD21-AB639B385B6E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flipH="1" flipV="1">
            <a:off x="5008933" y="5870097"/>
            <a:ext cx="2992068" cy="30210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062DA7-B79B-42C9-A3F6-19BF721CA718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flipH="1" flipV="1">
            <a:off x="5008933" y="1290391"/>
            <a:ext cx="2690405" cy="122500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1E95E9-D8C9-4DBC-905B-06FEB54CB2D8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 flipV="1">
            <a:off x="5437632" y="994922"/>
            <a:ext cx="2326829" cy="47162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4E6CC9-065B-4E55-A1A3-6D12E5D06D58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flipH="1" flipV="1">
            <a:off x="5008933" y="2034737"/>
            <a:ext cx="2621041" cy="168922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66FF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9DCBFF-991B-4D36-9C66-36DC84634DBE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flipH="1" flipV="1">
            <a:off x="5194447" y="2939877"/>
            <a:ext cx="2435527" cy="7840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DC06E3-AAA5-4718-9C61-1A418AE57D2B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H="1" flipV="1">
            <a:off x="5008933" y="4649680"/>
            <a:ext cx="2188161" cy="29469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E58E5AE-70F3-4678-BCED-52823989891D}"/>
              </a:ext>
            </a:extLst>
          </p:cNvPr>
          <p:cNvSpPr txBox="1"/>
          <p:nvPr/>
        </p:nvSpPr>
        <p:spPr>
          <a:xfrm>
            <a:off x="6217316" y="79574"/>
            <a:ext cx="58405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Después</a:t>
            </a:r>
            <a:r>
              <a:rPr lang="en-US" sz="4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4000" b="1" u="sng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conferencia</a:t>
            </a:r>
            <a:endParaRPr lang="en-US" sz="3600" b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26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041C-124D-4910-B575-7210F122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Accediendo a Formularios de Google</a:t>
            </a:r>
            <a:endParaRPr lang="en-US" sz="5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DDA7CF-0791-4BE3-A513-D2E20BCD4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57" y="1371600"/>
            <a:ext cx="9386805" cy="52120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A0FEE59-73F2-4301-B8F0-47257A613836}"/>
              </a:ext>
            </a:extLst>
          </p:cNvPr>
          <p:cNvSpPr/>
          <p:nvPr/>
        </p:nvSpPr>
        <p:spPr bwMode="auto">
          <a:xfrm>
            <a:off x="2204482" y="5305647"/>
            <a:ext cx="3040913" cy="669851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DD0FB6-1560-43B8-B0A1-0DFA9BBBE683}"/>
              </a:ext>
            </a:extLst>
          </p:cNvPr>
          <p:cNvSpPr/>
          <p:nvPr/>
        </p:nvSpPr>
        <p:spPr bwMode="auto">
          <a:xfrm>
            <a:off x="1109539" y="3566160"/>
            <a:ext cx="726415" cy="41148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37AB0E-C0B9-42CC-AB45-E34C48F8B76A}"/>
              </a:ext>
            </a:extLst>
          </p:cNvPr>
          <p:cNvCxnSpPr>
            <a:cxnSpLocks/>
            <a:endCxn id="7" idx="0"/>
          </p:cNvCxnSpPr>
          <p:nvPr/>
        </p:nvCxnSpPr>
        <p:spPr bwMode="auto">
          <a:xfrm>
            <a:off x="1519492" y="3977640"/>
            <a:ext cx="2205447" cy="132800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5556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3AD3-7F9C-4EC6-ABB0-43035B26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-68580"/>
            <a:ext cx="10972800" cy="1143000"/>
          </a:xfrm>
        </p:spPr>
        <p:txBody>
          <a:bodyPr/>
          <a:lstStyle/>
          <a:p>
            <a:pPr algn="l"/>
            <a:r>
              <a:rPr lang="en-US" sz="36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Formularios</a:t>
            </a:r>
            <a:r>
              <a:rPr lang="en-US" sz="3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br>
              <a:rPr lang="en-US" sz="3600" dirty="0">
                <a:ln w="11430"/>
                <a:solidFill>
                  <a:srgbClr val="00FFCC"/>
                </a:solidFill>
                <a:latin typeface="Times New Roman" pitchFamily="18" charset="0"/>
              </a:rPr>
            </a:br>
            <a:r>
              <a:rPr lang="en-US" sz="3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de Google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06AA7-332E-45D1-882A-C5B0CCABA392}"/>
              </a:ext>
            </a:extLst>
          </p:cNvPr>
          <p:cNvSpPr txBox="1"/>
          <p:nvPr/>
        </p:nvSpPr>
        <p:spPr>
          <a:xfrm>
            <a:off x="604602" y="4801636"/>
            <a:ext cx="3327816" cy="1077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 para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5426A-DF5F-449B-B64A-94D1CB65FD28}"/>
              </a:ext>
            </a:extLst>
          </p:cNvPr>
          <p:cNvSpPr txBox="1"/>
          <p:nvPr/>
        </p:nvSpPr>
        <p:spPr>
          <a:xfrm>
            <a:off x="604602" y="1160204"/>
            <a:ext cx="3327816" cy="2554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Solicitud actual sobre el libro grande en lenguaje sencillo (tema U de la agenda)</a:t>
            </a:r>
            <a:endParaRPr lang="en-US" sz="3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1674B6-33B5-4E99-877C-CE09C462C725}"/>
              </a:ext>
            </a:extLst>
          </p:cNvPr>
          <p:cNvSpPr txBox="1"/>
          <p:nvPr/>
        </p:nvSpPr>
        <p:spPr>
          <a:xfrm>
            <a:off x="354766" y="3800533"/>
            <a:ext cx="3827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rgbClr val="00CC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https://vimeopro.com/user112910871/big-book-riptab/video/500617913</a:t>
            </a:r>
            <a:endParaRPr lang="en-US" b="1" dirty="0">
              <a:solidFill>
                <a:srgbClr val="00CC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F1067E-212C-4043-A5FC-874C6F9AB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010" y="228599"/>
            <a:ext cx="5981475" cy="612648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DD4585-AFA2-4394-8003-7FD95A05A0E2}"/>
              </a:ext>
            </a:extLst>
          </p:cNvPr>
          <p:cNvSpPr txBox="1"/>
          <p:nvPr/>
        </p:nvSpPr>
        <p:spPr>
          <a:xfrm>
            <a:off x="6466954" y="3198972"/>
            <a:ext cx="4261297" cy="707886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/ No esta bien, pero</a:t>
            </a:r>
          </a:p>
          <a:p>
            <a:pPr algn="ctr"/>
            <a:r>
              <a:rPr lang="es-E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¡Por qué, por qué no es la pregunta!</a:t>
            </a:r>
            <a:endParaRPr 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69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35FC-1270-44D7-BA5F-28DEAE71C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1220"/>
            <a:ext cx="10972800" cy="1143000"/>
          </a:xfrm>
        </p:spPr>
        <p:txBody>
          <a:bodyPr/>
          <a:lstStyle/>
          <a:p>
            <a:r>
              <a:rPr lang="en-US" sz="6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Completar</a:t>
            </a:r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6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formularios</a:t>
            </a:r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de Google</a:t>
            </a:r>
            <a:endParaRPr lang="en-US" sz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E0EE9A-342C-446B-96F5-E44E335F7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53" y="1215859"/>
            <a:ext cx="6231835" cy="502920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12CDEC6-AC7C-4F9B-9FE8-20DDFFD559D5}"/>
              </a:ext>
            </a:extLst>
          </p:cNvPr>
          <p:cNvSpPr/>
          <p:nvPr/>
        </p:nvSpPr>
        <p:spPr bwMode="auto">
          <a:xfrm>
            <a:off x="3022612" y="5280590"/>
            <a:ext cx="2876022" cy="29231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4AD880-C11C-4D47-ABA7-4975AF6615D3}"/>
              </a:ext>
            </a:extLst>
          </p:cNvPr>
          <p:cNvSpPr/>
          <p:nvPr/>
        </p:nvSpPr>
        <p:spPr bwMode="auto">
          <a:xfrm>
            <a:off x="3125972" y="5776097"/>
            <a:ext cx="1041991" cy="38599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1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40E0-5968-4480-865C-7E0B0941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046" y="315810"/>
            <a:ext cx="11466182" cy="1143000"/>
          </a:xfrm>
        </p:spPr>
        <p:txBody>
          <a:bodyPr/>
          <a:lstStyle/>
          <a:p>
            <a:pPr algn="r"/>
            <a:r>
              <a:rPr lang="en-US" sz="54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Formularios</a:t>
            </a:r>
            <a:b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</a:br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de Google          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37175-BFCB-4645-BABA-F08F4ED83C32}"/>
              </a:ext>
            </a:extLst>
          </p:cNvPr>
          <p:cNvSpPr txBox="1"/>
          <p:nvPr/>
        </p:nvSpPr>
        <p:spPr>
          <a:xfrm>
            <a:off x="414728" y="439416"/>
            <a:ext cx="6400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13</a:t>
            </a:r>
            <a:r>
              <a:rPr lang="en-US" sz="32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3200" b="1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Comités</a:t>
            </a:r>
            <a:endParaRPr lang="en-US" sz="32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r>
              <a:rPr lang="en-US" sz="32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83</a:t>
            </a:r>
            <a:r>
              <a:rPr lang="en-US" sz="32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3200" b="1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Elementos</a:t>
            </a:r>
            <a:r>
              <a:rPr lang="en-US" sz="32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de la agenda</a:t>
            </a:r>
          </a:p>
          <a:p>
            <a:r>
              <a:rPr lang="es-ES" sz="32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donde la retroalimentación será útil</a:t>
            </a:r>
            <a:endParaRPr lang="en-US" sz="3200" b="1" dirty="0">
              <a:solidFill>
                <a:srgbClr val="00FFC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5BDD3-CD2D-46F3-BFF1-2827DF377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46" y="2324382"/>
            <a:ext cx="4522812" cy="402336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0D632BB-2CA7-4D70-B05B-3824D1613B2A}"/>
              </a:ext>
            </a:extLst>
          </p:cNvPr>
          <p:cNvSpPr/>
          <p:nvPr/>
        </p:nvSpPr>
        <p:spPr bwMode="auto">
          <a:xfrm>
            <a:off x="724856" y="5423487"/>
            <a:ext cx="1580834" cy="37366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8BF0C1-74DC-4FE1-891B-A58ECE48744E}"/>
              </a:ext>
            </a:extLst>
          </p:cNvPr>
          <p:cNvSpPr/>
          <p:nvPr/>
        </p:nvSpPr>
        <p:spPr bwMode="auto">
          <a:xfrm>
            <a:off x="481216" y="5970679"/>
            <a:ext cx="744160" cy="2835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5245E7-CF4F-45EF-A66E-281E15D1DD14}"/>
              </a:ext>
            </a:extLst>
          </p:cNvPr>
          <p:cNvSpPr/>
          <p:nvPr/>
        </p:nvSpPr>
        <p:spPr bwMode="auto">
          <a:xfrm>
            <a:off x="4282722" y="5950008"/>
            <a:ext cx="744160" cy="37366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DFED3F-312A-4D5E-A905-EA64603CB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967" y="1797522"/>
            <a:ext cx="4342387" cy="45720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083F0D29-0657-455B-AC11-845382ED1EFE}"/>
              </a:ext>
            </a:extLst>
          </p:cNvPr>
          <p:cNvSpPr/>
          <p:nvPr/>
        </p:nvSpPr>
        <p:spPr bwMode="auto">
          <a:xfrm>
            <a:off x="7433628" y="3112007"/>
            <a:ext cx="832548" cy="1634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F208F3-8462-4BF8-9AEF-41F3CE58CD28}"/>
              </a:ext>
            </a:extLst>
          </p:cNvPr>
          <p:cNvSpPr/>
          <p:nvPr/>
        </p:nvSpPr>
        <p:spPr bwMode="auto">
          <a:xfrm>
            <a:off x="7458012" y="3694176"/>
            <a:ext cx="1114710" cy="26212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7CB237-91DE-4411-9EC8-B68C56A4CC72}"/>
              </a:ext>
            </a:extLst>
          </p:cNvPr>
          <p:cNvCxnSpPr>
            <a:cxnSpLocks/>
          </p:cNvCxnSpPr>
          <p:nvPr/>
        </p:nvCxnSpPr>
        <p:spPr bwMode="auto">
          <a:xfrm>
            <a:off x="8478014" y="4218432"/>
            <a:ext cx="236067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C27CA2-7B2B-4B8E-BEE3-63D4C5163DFB}"/>
              </a:ext>
            </a:extLst>
          </p:cNvPr>
          <p:cNvCxnSpPr>
            <a:cxnSpLocks/>
          </p:cNvCxnSpPr>
          <p:nvPr/>
        </p:nvCxnSpPr>
        <p:spPr bwMode="auto">
          <a:xfrm>
            <a:off x="7635221" y="4748784"/>
            <a:ext cx="184493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FB3EFF0-7CB7-43F1-A576-0974EAED9C3F}"/>
              </a:ext>
            </a:extLst>
          </p:cNvPr>
          <p:cNvSpPr/>
          <p:nvPr/>
        </p:nvSpPr>
        <p:spPr bwMode="auto">
          <a:xfrm>
            <a:off x="7849902" y="6017934"/>
            <a:ext cx="744160" cy="37366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27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7" grpId="0" animBg="1"/>
      <p:bldP spid="18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E5A8EA-54C7-4A1E-BDBE-7B064824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243285"/>
            <a:ext cx="6171429" cy="6371429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CC72663-5296-4B62-8795-8A8011BD9232}"/>
              </a:ext>
            </a:extLst>
          </p:cNvPr>
          <p:cNvSpPr/>
          <p:nvPr/>
        </p:nvSpPr>
        <p:spPr bwMode="auto">
          <a:xfrm>
            <a:off x="3933519" y="6174782"/>
            <a:ext cx="821361" cy="40335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76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A48163-3881-4657-8F3F-5592EE354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238" y="228600"/>
            <a:ext cx="6551525" cy="64008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5BE735-FE1E-4AA7-88A4-B394BCC6395A}"/>
              </a:ext>
            </a:extLst>
          </p:cNvPr>
          <p:cNvCxnSpPr>
            <a:cxnSpLocks/>
          </p:cNvCxnSpPr>
          <p:nvPr/>
        </p:nvCxnSpPr>
        <p:spPr bwMode="auto">
          <a:xfrm>
            <a:off x="3925824" y="5352288"/>
            <a:ext cx="477926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89016C-1DC0-44FA-B552-F4CD54419D22}"/>
              </a:ext>
            </a:extLst>
          </p:cNvPr>
          <p:cNvCxnSpPr>
            <a:cxnSpLocks/>
          </p:cNvCxnSpPr>
          <p:nvPr/>
        </p:nvCxnSpPr>
        <p:spPr bwMode="auto">
          <a:xfrm>
            <a:off x="3290318" y="5504688"/>
            <a:ext cx="568299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576865-E39A-4B1B-ABDA-4DA8FCE06853}"/>
              </a:ext>
            </a:extLst>
          </p:cNvPr>
          <p:cNvSpPr txBox="1"/>
          <p:nvPr/>
        </p:nvSpPr>
        <p:spPr>
          <a:xfrm>
            <a:off x="4328160" y="5831533"/>
            <a:ext cx="2913888" cy="461665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¡Por qué por qué no!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6941F0-7274-4C3D-82F0-A7E07D6546F5}"/>
              </a:ext>
            </a:extLst>
          </p:cNvPr>
          <p:cNvCxnSpPr>
            <a:cxnSpLocks/>
          </p:cNvCxnSpPr>
          <p:nvPr/>
        </p:nvCxnSpPr>
        <p:spPr bwMode="auto">
          <a:xfrm>
            <a:off x="3332990" y="5657088"/>
            <a:ext cx="139750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931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119E039-4435-48EB-BFDE-C33260342F12}"/>
              </a:ext>
            </a:extLst>
          </p:cNvPr>
          <p:cNvSpPr txBox="1"/>
          <p:nvPr/>
        </p:nvSpPr>
        <p:spPr>
          <a:xfrm>
            <a:off x="456386" y="2614279"/>
            <a:ext cx="3519402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Desplazarse</a:t>
            </a:r>
            <a:endParaRPr lang="en-US" sz="4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F34B73-0914-41DD-9810-BEF2E902D1C8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3975788" y="3029778"/>
            <a:ext cx="94858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1F2A1F-FB8C-458E-B7B2-8C55769C8592}"/>
              </a:ext>
            </a:extLst>
          </p:cNvPr>
          <p:cNvCxnSpPr>
            <a:cxnSpLocks/>
            <a:stCxn id="23" idx="3"/>
          </p:cNvCxnSpPr>
          <p:nvPr/>
        </p:nvCxnSpPr>
        <p:spPr bwMode="auto">
          <a:xfrm>
            <a:off x="5415176" y="5549829"/>
            <a:ext cx="10343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34EEDDD-4196-4216-B8AF-4C794196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82" y="135751"/>
            <a:ext cx="4126610" cy="21031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E0C67B-D8E9-462A-8555-D5BB9B650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137" y="1958382"/>
            <a:ext cx="5042882" cy="21031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927963-6B3D-49DD-84C9-E5587FB3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958" y="4498269"/>
            <a:ext cx="4452060" cy="21031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DAE16AB-CDA7-4F3F-9392-9EEB957FA760}"/>
              </a:ext>
            </a:extLst>
          </p:cNvPr>
          <p:cNvSpPr txBox="1"/>
          <p:nvPr/>
        </p:nvSpPr>
        <p:spPr>
          <a:xfrm>
            <a:off x="1895774" y="5134330"/>
            <a:ext cx="3519402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Desplazarse</a:t>
            </a:r>
            <a:endParaRPr lang="en-US" sz="4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40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A6866A-8A99-4CA1-B63F-211D6C9D4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8" y="114091"/>
            <a:ext cx="3545883" cy="128016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014F920-1FF4-4DF3-9878-615B3581A5E9}"/>
              </a:ext>
            </a:extLst>
          </p:cNvPr>
          <p:cNvCxnSpPr>
            <a:cxnSpLocks/>
            <a:stCxn id="3" idx="3"/>
            <a:endCxn id="34" idx="1"/>
          </p:cNvCxnSpPr>
          <p:nvPr/>
        </p:nvCxnSpPr>
        <p:spPr bwMode="auto">
          <a:xfrm>
            <a:off x="3725871" y="754171"/>
            <a:ext cx="1440728" cy="34511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C87128-C467-4A4F-B062-F1FB3BA708B9}"/>
              </a:ext>
            </a:extLst>
          </p:cNvPr>
          <p:cNvCxnSpPr>
            <a:cxnSpLocks/>
            <a:stCxn id="49" idx="3"/>
            <a:endCxn id="66" idx="1"/>
          </p:cNvCxnSpPr>
          <p:nvPr/>
        </p:nvCxnSpPr>
        <p:spPr bwMode="auto">
          <a:xfrm flipV="1">
            <a:off x="3722598" y="2915176"/>
            <a:ext cx="1444001" cy="2036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D962D8BC-7C07-4DED-A812-0E4E8D4EF9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19033"/>
          <a:stretch/>
        </p:blipFill>
        <p:spPr>
          <a:xfrm>
            <a:off x="176715" y="2341603"/>
            <a:ext cx="3545883" cy="15544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5A20CB5-D245-4E2C-98BA-0BF1F6313B5A}"/>
              </a:ext>
            </a:extLst>
          </p:cNvPr>
          <p:cNvSpPr/>
          <p:nvPr/>
        </p:nvSpPr>
        <p:spPr bwMode="auto">
          <a:xfrm>
            <a:off x="268534" y="100928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F9EA7-0351-409B-82FA-B02655F7B304}"/>
              </a:ext>
            </a:extLst>
          </p:cNvPr>
          <p:cNvSpPr txBox="1"/>
          <p:nvPr/>
        </p:nvSpPr>
        <p:spPr>
          <a:xfrm>
            <a:off x="1026446" y="1050164"/>
            <a:ext cx="1582641" cy="276999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¡Por qué por qué no!</a:t>
            </a:r>
            <a:endParaRPr 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2AE34E-EE52-4B55-BD4C-0DF19FCF7CF8}"/>
              </a:ext>
            </a:extLst>
          </p:cNvPr>
          <p:cNvCxnSpPr>
            <a:cxnSpLocks/>
            <a:stCxn id="51" idx="3"/>
            <a:endCxn id="70" idx="1"/>
          </p:cNvCxnSpPr>
          <p:nvPr/>
        </p:nvCxnSpPr>
        <p:spPr bwMode="auto">
          <a:xfrm>
            <a:off x="3781550" y="5368630"/>
            <a:ext cx="1385049" cy="556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9CB9A68-D3EE-493E-AA96-EAD8A1419459}"/>
              </a:ext>
            </a:extLst>
          </p:cNvPr>
          <p:cNvSpPr/>
          <p:nvPr/>
        </p:nvSpPr>
        <p:spPr bwMode="auto">
          <a:xfrm>
            <a:off x="256342" y="2390371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2D6FD-4115-4FF0-917B-263457B169DC}"/>
              </a:ext>
            </a:extLst>
          </p:cNvPr>
          <p:cNvSpPr txBox="1"/>
          <p:nvPr/>
        </p:nvSpPr>
        <p:spPr>
          <a:xfrm>
            <a:off x="904524" y="3583692"/>
            <a:ext cx="2714849" cy="276999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 preferencia: ¡Por qué, por qué no!</a:t>
            </a:r>
            <a:endParaRPr 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038DCB7-F27E-4C02-8AB6-022EB68F1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1" y="4637110"/>
            <a:ext cx="3588619" cy="146304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90A281E-D1F5-483B-9D9B-27CBA4529ABB}"/>
              </a:ext>
            </a:extLst>
          </p:cNvPr>
          <p:cNvSpPr/>
          <p:nvPr/>
        </p:nvSpPr>
        <p:spPr bwMode="auto">
          <a:xfrm>
            <a:off x="253449" y="4727611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7C8A11-EC7D-4F53-A6CF-D31900E88495}"/>
              </a:ext>
            </a:extLst>
          </p:cNvPr>
          <p:cNvSpPr txBox="1"/>
          <p:nvPr/>
        </p:nvSpPr>
        <p:spPr>
          <a:xfrm>
            <a:off x="904525" y="5789182"/>
            <a:ext cx="2714849" cy="276999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 preferencia: ¡Por qué, por qué no!</a:t>
            </a:r>
            <a:endParaRPr 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F047F99-817C-4FB8-A3D4-FE5B48CC9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599" y="245847"/>
            <a:ext cx="5487221" cy="17068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564F8129-E5BA-40A4-ADE7-D1B798E7C631}"/>
              </a:ext>
            </a:extLst>
          </p:cNvPr>
          <p:cNvSpPr/>
          <p:nvPr/>
        </p:nvSpPr>
        <p:spPr bwMode="auto">
          <a:xfrm>
            <a:off x="5204342" y="1028166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5338B50-3316-4A31-8E5C-8DD7A39A0832}"/>
              </a:ext>
            </a:extLst>
          </p:cNvPr>
          <p:cNvSpPr/>
          <p:nvPr/>
        </p:nvSpPr>
        <p:spPr bwMode="auto">
          <a:xfrm>
            <a:off x="6145699" y="465421"/>
            <a:ext cx="1542815" cy="3747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ABE0CBC4-7EA9-4D2D-82E6-69C34CC262FA}"/>
              </a:ext>
            </a:extLst>
          </p:cNvPr>
          <p:cNvSpPr/>
          <p:nvPr/>
        </p:nvSpPr>
        <p:spPr bwMode="auto">
          <a:xfrm>
            <a:off x="6420841" y="1314395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60D84D8-DB5E-429F-9449-D180CACC5B90}"/>
              </a:ext>
            </a:extLst>
          </p:cNvPr>
          <p:cNvSpPr/>
          <p:nvPr/>
        </p:nvSpPr>
        <p:spPr bwMode="auto">
          <a:xfrm>
            <a:off x="7537159" y="187254"/>
            <a:ext cx="1246208" cy="96044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69A94A58-F08C-46E0-AAB6-C5AA3FF4BABD}"/>
              </a:ext>
            </a:extLst>
          </p:cNvPr>
          <p:cNvSpPr/>
          <p:nvPr/>
        </p:nvSpPr>
        <p:spPr bwMode="auto">
          <a:xfrm>
            <a:off x="7747068" y="1325987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26F2BA-9505-485C-8D18-319E28737AC7}"/>
              </a:ext>
            </a:extLst>
          </p:cNvPr>
          <p:cNvCxnSpPr>
            <a:cxnSpLocks/>
          </p:cNvCxnSpPr>
          <p:nvPr/>
        </p:nvCxnSpPr>
        <p:spPr bwMode="auto">
          <a:xfrm flipH="1">
            <a:off x="7916060" y="1157321"/>
            <a:ext cx="241514" cy="32106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E2D5C1-9A9B-41B5-921A-AF97D8359E55}"/>
              </a:ext>
            </a:extLst>
          </p:cNvPr>
          <p:cNvCxnSpPr>
            <a:cxnSpLocks/>
            <a:stCxn id="48" idx="4"/>
          </p:cNvCxnSpPr>
          <p:nvPr/>
        </p:nvCxnSpPr>
        <p:spPr bwMode="auto">
          <a:xfrm flipH="1">
            <a:off x="6607327" y="840175"/>
            <a:ext cx="309780" cy="66578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DAF98EC8-EE48-4573-B5FA-58143D24673F}"/>
              </a:ext>
            </a:extLst>
          </p:cNvPr>
          <p:cNvSpPr/>
          <p:nvPr/>
        </p:nvSpPr>
        <p:spPr bwMode="auto">
          <a:xfrm>
            <a:off x="8835466" y="380488"/>
            <a:ext cx="1817057" cy="5739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8961462-DB44-488F-8360-84B5F07F38D6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 flipH="1">
            <a:off x="9543382" y="952332"/>
            <a:ext cx="182852" cy="3821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AEFEC9A2-70BD-4AC9-8F0B-D18360BA846A}"/>
              </a:ext>
            </a:extLst>
          </p:cNvPr>
          <p:cNvSpPr/>
          <p:nvPr/>
        </p:nvSpPr>
        <p:spPr bwMode="auto">
          <a:xfrm>
            <a:off x="9372694" y="1334530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F08E621-3534-42E1-B6F5-9405DF9B54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599" y="2224700"/>
            <a:ext cx="5533333" cy="1380952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6D2567BD-B1F6-4545-B57B-D4ABF7193A20}"/>
              </a:ext>
            </a:extLst>
          </p:cNvPr>
          <p:cNvSpPr/>
          <p:nvPr/>
        </p:nvSpPr>
        <p:spPr bwMode="auto">
          <a:xfrm>
            <a:off x="7141614" y="2733432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DE03F2E-E481-4B8E-A4D0-C7ED7E39C4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599" y="4372750"/>
            <a:ext cx="5533333" cy="21031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AAD7F1C0-C2D3-4052-BA66-9624FD1E002B}"/>
              </a:ext>
            </a:extLst>
          </p:cNvPr>
          <p:cNvSpPr/>
          <p:nvPr/>
        </p:nvSpPr>
        <p:spPr bwMode="auto">
          <a:xfrm>
            <a:off x="8942174" y="2714008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BEBC3A1-D764-407D-807F-4FDAED2D1CC1}"/>
              </a:ext>
            </a:extLst>
          </p:cNvPr>
          <p:cNvSpPr/>
          <p:nvPr/>
        </p:nvSpPr>
        <p:spPr bwMode="auto">
          <a:xfrm>
            <a:off x="5125234" y="2213474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AFDBF3-4538-4B0C-B417-9C5D1040CC03}"/>
              </a:ext>
            </a:extLst>
          </p:cNvPr>
          <p:cNvSpPr/>
          <p:nvPr/>
        </p:nvSpPr>
        <p:spPr bwMode="auto">
          <a:xfrm>
            <a:off x="5112127" y="4305038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F0CAAF9A-F0ED-480A-B3CB-76CD62BCA155}"/>
              </a:ext>
            </a:extLst>
          </p:cNvPr>
          <p:cNvSpPr/>
          <p:nvPr/>
        </p:nvSpPr>
        <p:spPr bwMode="auto">
          <a:xfrm>
            <a:off x="6420841" y="5214421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44A6F043-9567-4430-B878-BF64DDDB7120}"/>
              </a:ext>
            </a:extLst>
          </p:cNvPr>
          <p:cNvSpPr/>
          <p:nvPr/>
        </p:nvSpPr>
        <p:spPr bwMode="auto">
          <a:xfrm>
            <a:off x="8417607" y="5214421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552C6BAF-77B5-4EAB-9324-AB1A61CA3C57}"/>
              </a:ext>
            </a:extLst>
          </p:cNvPr>
          <p:cNvSpPr/>
          <p:nvPr/>
        </p:nvSpPr>
        <p:spPr bwMode="auto">
          <a:xfrm>
            <a:off x="9565861" y="5214421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5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2" grpId="0" animBg="1"/>
      <p:bldP spid="52" grpId="0" animBg="1"/>
      <p:bldP spid="24" grpId="0" animBg="1"/>
      <p:bldP spid="48" grpId="0" animBg="1"/>
      <p:bldP spid="21" grpId="0" animBg="1"/>
      <p:bldP spid="54" grpId="0" animBg="1"/>
      <p:bldP spid="22" grpId="0" animBg="1"/>
      <p:bldP spid="56" grpId="0" animBg="1"/>
      <p:bldP spid="23" grpId="0" animBg="1"/>
      <p:bldP spid="29" grpId="0" animBg="1"/>
      <p:bldP spid="30" grpId="0" animBg="1"/>
      <p:bldP spid="28" grpId="0" animBg="1"/>
      <p:bldP spid="45" grpId="0" animBg="1"/>
      <p:bldP spid="36" grpId="0" animBg="1"/>
      <p:bldP spid="37" grpId="0" animBg="1"/>
      <p:bldP spid="4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25C2-C04C-4710-A3E6-435C7885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"/>
            <a:ext cx="10972800" cy="1143000"/>
          </a:xfrm>
        </p:spPr>
        <p:txBody>
          <a:bodyPr/>
          <a:lstStyle/>
          <a:p>
            <a:r>
              <a:rPr lang="es-E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Al final de 13 Comités</a:t>
            </a:r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:</a:t>
            </a:r>
            <a:endParaRPr lang="en-US" sz="5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7AAC9F-E795-4FF8-92E7-6662D579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727" y="1042787"/>
            <a:ext cx="5776546" cy="54864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CC72663-5296-4B62-8795-8A8011BD9232}"/>
              </a:ext>
            </a:extLst>
          </p:cNvPr>
          <p:cNvSpPr/>
          <p:nvPr/>
        </p:nvSpPr>
        <p:spPr bwMode="auto">
          <a:xfrm>
            <a:off x="3070344" y="6054927"/>
            <a:ext cx="1113969" cy="46329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AA39F1-E011-4303-AD66-34D9C3D1CE54}"/>
              </a:ext>
            </a:extLst>
          </p:cNvPr>
          <p:cNvSpPr/>
          <p:nvPr/>
        </p:nvSpPr>
        <p:spPr bwMode="auto">
          <a:xfrm>
            <a:off x="3207727" y="5566190"/>
            <a:ext cx="4634640" cy="3747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6608E4-2095-4E6F-91D0-71AD65B864F4}"/>
              </a:ext>
            </a:extLst>
          </p:cNvPr>
          <p:cNvSpPr/>
          <p:nvPr/>
        </p:nvSpPr>
        <p:spPr bwMode="auto">
          <a:xfrm>
            <a:off x="7870304" y="6065891"/>
            <a:ext cx="1113969" cy="46329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EF8286-0C5E-4A05-BB0B-3FAB54878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523" y="6073055"/>
            <a:ext cx="1019048" cy="48571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F301FB-7251-4487-8E5A-E408EBD68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954" y="6073055"/>
            <a:ext cx="1019048" cy="48571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00572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642C-918F-4D7B-8803-13EDC3A5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Cargado</a:t>
            </a:r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54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automáticamente</a:t>
            </a:r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a Excel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59284-1086-4597-B7B6-A64229954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38" y="1815983"/>
            <a:ext cx="11974524" cy="4206240"/>
          </a:xfrm>
          <a:ln w="38100">
            <a:solidFill>
              <a:srgbClr val="FFCCFF"/>
            </a:solidFill>
          </a:ln>
        </p:spPr>
      </p:pic>
    </p:spTree>
    <p:extLst>
      <p:ext uri="{BB962C8B-B14F-4D97-AF65-F5344CB8AC3E}">
        <p14:creationId xmlns:p14="http://schemas.microsoft.com/office/powerpoint/2010/main" val="2322986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1594-9575-45F8-9125-7F63512F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Preferencias</a:t>
            </a:r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de </a:t>
            </a:r>
            <a:r>
              <a:rPr lang="en-US" sz="6000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comentarios</a:t>
            </a:r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528B8-8163-42CF-B91E-ACDC1DAE4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1600200"/>
            <a:ext cx="11704320" cy="4495800"/>
          </a:xfrm>
        </p:spPr>
        <p:txBody>
          <a:bodyPr/>
          <a:lstStyle/>
          <a:p>
            <a:pPr marL="0" indent="0">
              <a:buNone/>
            </a:pPr>
            <a:r>
              <a:rPr lang="es-E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Mejor </a:t>
            </a:r>
            <a:r>
              <a:rPr lang="es-ES" sz="4000" b="1" dirty="0">
                <a:ln w="11430"/>
                <a:solidFill>
                  <a:srgbClr val="66FFFF"/>
                </a:solidFill>
                <a:latin typeface="Times New Roman" pitchFamily="18" charset="0"/>
              </a:rPr>
              <a:t>=</a:t>
            </a:r>
            <a:r>
              <a:rPr lang="es-E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s-E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Formularios de Google     </a:t>
            </a:r>
            <a:r>
              <a:rPr lang="es-E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Excel subidos inmediatamente</a:t>
            </a:r>
            <a:endParaRPr lang="en-US" sz="40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pPr marL="0" indent="0">
              <a:buNone/>
            </a:pPr>
            <a:endParaRPr lang="en-US" sz="12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s-E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Bien </a:t>
            </a:r>
            <a:r>
              <a:rPr lang="es-E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=</a:t>
            </a:r>
            <a:r>
              <a:rPr lang="es-E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s-E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Tablas de resumen electrónicas    </a:t>
            </a:r>
            <a:r>
              <a:rPr lang="es-E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Cortar y pegar</a:t>
            </a:r>
            <a:endParaRPr lang="en-US" sz="40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pPr marL="0" indent="0">
              <a:buNone/>
            </a:pPr>
            <a:endParaRPr lang="en-US" sz="20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sz="4000" b="1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Mínimo</a:t>
            </a:r>
            <a:r>
              <a:rPr lang="en-U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=</a:t>
            </a:r>
            <a:r>
              <a:rPr lang="en-U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n-US" sz="4000" b="1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Tablas</a:t>
            </a:r>
            <a:r>
              <a:rPr lang="en-U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 </a:t>
            </a:r>
            <a:r>
              <a:rPr lang="en-US" sz="4000" b="1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resumidas</a:t>
            </a:r>
            <a:r>
              <a:rPr lang="en-U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 </a:t>
            </a:r>
            <a:r>
              <a:rPr lang="en-US" sz="4000" b="1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en</a:t>
            </a:r>
            <a:r>
              <a:rPr lang="en-U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 </a:t>
            </a:r>
            <a:r>
              <a:rPr lang="en-US" sz="4000" b="1" dirty="0" err="1">
                <a:ln w="11430"/>
                <a:solidFill>
                  <a:srgbClr val="FFCCFF"/>
                </a:solidFill>
                <a:latin typeface="Times New Roman" pitchFamily="18" charset="0"/>
              </a:rPr>
              <a:t>papel</a:t>
            </a:r>
            <a:r>
              <a:rPr lang="en-U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     </a:t>
            </a: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Entrada 								    manual </a:t>
            </a:r>
            <a:r>
              <a:rPr lang="en-US" sz="4000" b="1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traducciones</a:t>
            </a:r>
            <a:endParaRPr lang="en-US" sz="40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									</a:t>
            </a:r>
            <a:endParaRPr lang="en-US" dirty="0">
              <a:solidFill>
                <a:srgbClr val="00FFCC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8F3F8A-B71E-424D-931E-633066DBACC1}"/>
              </a:ext>
            </a:extLst>
          </p:cNvPr>
          <p:cNvCxnSpPr>
            <a:cxnSpLocks/>
          </p:cNvCxnSpPr>
          <p:nvPr/>
        </p:nvCxnSpPr>
        <p:spPr bwMode="auto">
          <a:xfrm>
            <a:off x="7388352" y="1975104"/>
            <a:ext cx="37795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4A2F88-B8E1-42D8-B63C-75A5C5E854B3}"/>
              </a:ext>
            </a:extLst>
          </p:cNvPr>
          <p:cNvCxnSpPr>
            <a:cxnSpLocks/>
          </p:cNvCxnSpPr>
          <p:nvPr/>
        </p:nvCxnSpPr>
        <p:spPr bwMode="auto">
          <a:xfrm>
            <a:off x="8814816" y="3563112"/>
            <a:ext cx="31699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6244F7-EC06-476E-8AE2-9E17D77261BB}"/>
              </a:ext>
            </a:extLst>
          </p:cNvPr>
          <p:cNvCxnSpPr>
            <a:cxnSpLocks/>
          </p:cNvCxnSpPr>
          <p:nvPr/>
        </p:nvCxnSpPr>
        <p:spPr bwMode="auto">
          <a:xfrm>
            <a:off x="8570976" y="5251704"/>
            <a:ext cx="31699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8125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6A3E-6CFE-4422-A364-D91E7977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9624"/>
            <a:ext cx="10972800" cy="1143000"/>
          </a:xfrm>
        </p:spPr>
        <p:txBody>
          <a:bodyPr/>
          <a:lstStyle/>
          <a:p>
            <a:r>
              <a:rPr lang="en-US" sz="5400" i="1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Conciencia</a:t>
            </a:r>
            <a:r>
              <a:rPr lang="en-US" sz="5400" i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de </a:t>
            </a:r>
            <a:r>
              <a:rPr lang="en-US" sz="5400" i="1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grupo</a:t>
            </a:r>
            <a:r>
              <a:rPr lang="en-US" sz="5400" i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5400" i="1" dirty="0" err="1">
                <a:ln w="11430"/>
                <a:solidFill>
                  <a:srgbClr val="00FFCC"/>
                </a:solidFill>
                <a:latin typeface="Times New Roman" pitchFamily="18" charset="0"/>
              </a:rPr>
              <a:t>informada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054D5-CE87-45FE-8596-65838BB0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4" y="1185672"/>
            <a:ext cx="11716512" cy="4495800"/>
          </a:xfrm>
        </p:spPr>
        <p:txBody>
          <a:bodyPr/>
          <a:lstStyle/>
          <a:p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20 de marzo: </a:t>
            </a:r>
            <a:r>
              <a:rPr lang="es-E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Los distritos </a:t>
            </a:r>
            <a:r>
              <a:rPr lang="es-E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organizan el campo de entrenamiento previo a la conferencia</a:t>
            </a:r>
            <a:endParaRPr lang="en-US" sz="4000" dirty="0">
              <a:ln w="11430"/>
              <a:solidFill>
                <a:srgbClr val="FFFF00"/>
              </a:solidFill>
              <a:latin typeface="Times New Roman" pitchFamily="18" charset="0"/>
            </a:endParaRPr>
          </a:p>
          <a:p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5 de abril: </a:t>
            </a:r>
            <a:r>
              <a:rPr lang="es-E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Fecha límite </a:t>
            </a:r>
            <a:r>
              <a:rPr lang="es-E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para recibir comentarios</a:t>
            </a:r>
          </a:p>
          <a:p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11 de abril: El </a:t>
            </a:r>
            <a:r>
              <a:rPr lang="es-E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Área</a:t>
            </a:r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s-E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alberga mesas redondas de talleres previos a la conferencia, similares al formato Campo de entrenamiento</a:t>
            </a:r>
            <a:endParaRPr lang="en-US" sz="4000" dirty="0">
              <a:ln w="11430"/>
              <a:solidFill>
                <a:srgbClr val="FFFF00"/>
              </a:solidFill>
              <a:latin typeface="Times New Roman" pitchFamily="18" charset="0"/>
            </a:endParaRPr>
          </a:p>
          <a:p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Mensualmente - </a:t>
            </a:r>
            <a:r>
              <a:rPr lang="es-E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Reuniones de negocios hispanas </a:t>
            </a:r>
            <a:r>
              <a:rPr lang="es-E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entre distritos</a:t>
            </a:r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s-E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con los 6 distritos </a:t>
            </a:r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- ¡</a:t>
            </a:r>
            <a:r>
              <a:rPr lang="es-ES" sz="4000" dirty="0">
                <a:ln w="11430"/>
                <a:solidFill>
                  <a:srgbClr val="FF0000"/>
                </a:solidFill>
                <a:latin typeface="Times New Roman" pitchFamily="18" charset="0"/>
              </a:rPr>
              <a:t>En persona</a:t>
            </a:r>
            <a:r>
              <a:rPr lang="es-E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!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54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02625FD-9A59-4FEE-8244-2B29D5B0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412" y="0"/>
            <a:ext cx="9255177" cy="1143000"/>
          </a:xfrm>
        </p:spPr>
        <p:txBody>
          <a:bodyPr/>
          <a:lstStyle/>
          <a:p>
            <a:r>
              <a:rPr lang="es-ES" sz="4000" dirty="0">
                <a:ln w="11430"/>
                <a:solidFill>
                  <a:srgbClr val="00FFCC"/>
                </a:solidFill>
                <a:effectLst/>
                <a:latin typeface="Times New Roman" pitchFamily="18" charset="0"/>
              </a:rPr>
              <a:t>¡La vida antes y después de la conferencia!</a:t>
            </a:r>
            <a:endParaRPr lang="en-US" dirty="0">
              <a:effectLst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B428D47-8488-431C-9773-7B96D4439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2" t="23729" r="21412" b="8475"/>
          <a:stretch/>
        </p:blipFill>
        <p:spPr>
          <a:xfrm>
            <a:off x="2118360" y="1143000"/>
            <a:ext cx="7955280" cy="5303520"/>
          </a:xfrm>
          <a:ln w="57150">
            <a:solidFill>
              <a:srgbClr val="FF99FF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20BC853-E16D-4C25-8A54-0265C8B0C7B9}"/>
              </a:ext>
            </a:extLst>
          </p:cNvPr>
          <p:cNvSpPr/>
          <p:nvPr/>
        </p:nvSpPr>
        <p:spPr bwMode="auto">
          <a:xfrm>
            <a:off x="5943600" y="1905000"/>
            <a:ext cx="3733800" cy="381000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40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8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6858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r>
              <a:rPr lang="en-US" sz="4000" dirty="0">
                <a:solidFill>
                  <a:srgbClr val="00FFCC"/>
                </a:solidFill>
                <a:latin typeface="Times New Roman" pitchFamily="18" charset="0"/>
              </a:rPr>
              <a:t>La </a:t>
            </a:r>
            <a:r>
              <a:rPr lang="en-US" sz="4000" dirty="0" err="1">
                <a:solidFill>
                  <a:srgbClr val="00FFCC"/>
                </a:solidFill>
                <a:latin typeface="Times New Roman" pitchFamily="18" charset="0"/>
              </a:rPr>
              <a:t>Conferencia</a:t>
            </a:r>
            <a:r>
              <a:rPr lang="en-US" sz="4000" dirty="0">
                <a:solidFill>
                  <a:srgbClr val="00FFCC"/>
                </a:solidFill>
                <a:latin typeface="Times New Roman" pitchFamily="18" charset="0"/>
              </a:rPr>
              <a:t> Virtual Viral COVID</a:t>
            </a:r>
            <a:br>
              <a:rPr lang="en-US" sz="4000" dirty="0">
                <a:solidFill>
                  <a:srgbClr val="00FFCC"/>
                </a:solidFill>
                <a:latin typeface="Times New Roman" pitchFamily="18" charset="0"/>
              </a:rPr>
            </a:br>
            <a:r>
              <a:rPr lang="en-US" sz="4000" dirty="0">
                <a:solidFill>
                  <a:srgbClr val="00FFCC"/>
                </a:solidFill>
                <a:latin typeface="Times New Roman" pitchFamily="18" charset="0"/>
              </a:rPr>
              <a:t>del Panel </a:t>
            </a:r>
            <a:r>
              <a:rPr lang="en-US" sz="4000" dirty="0" err="1">
                <a:solidFill>
                  <a:srgbClr val="00FFCC"/>
                </a:solidFill>
                <a:latin typeface="Times New Roman" pitchFamily="18" charset="0"/>
              </a:rPr>
              <a:t>Pandémico</a:t>
            </a:r>
            <a:r>
              <a:rPr lang="en-US" sz="4000" dirty="0">
                <a:solidFill>
                  <a:srgbClr val="00FFCC"/>
                </a:solidFill>
                <a:latin typeface="Times New Roman" pitchFamily="18" charset="0"/>
              </a:rPr>
              <a:t> 70</a:t>
            </a:r>
            <a:br>
              <a:rPr lang="en-US" sz="4000" dirty="0">
                <a:solidFill>
                  <a:srgbClr val="00FFCC"/>
                </a:solidFill>
                <a:latin typeface="Times New Roman" pitchFamily="18" charset="0"/>
              </a:rPr>
            </a:br>
            <a: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  <a:t> </a:t>
            </a: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endParaRPr lang="en-US" sz="2800" dirty="0">
              <a:solidFill>
                <a:srgbClr val="FF99FF"/>
              </a:solidFill>
            </a:endParaRPr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>
          <a:xfrm>
            <a:off x="2057400" y="1219200"/>
            <a:ext cx="8229600" cy="4495800"/>
          </a:xfrm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Ed L, Mid-Southern California Area 09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Panel 70 </a:t>
            </a:r>
            <a:r>
              <a:rPr lang="en-US" sz="2800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Delegado</a:t>
            </a:r>
            <a:endParaRPr lang="en-US" sz="28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msca09delegate70@yahoo.com</a:t>
            </a:r>
          </a:p>
          <a:p>
            <a:pPr marL="0" algn="ctr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Celda</a:t>
            </a: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: (760) 964-0012</a:t>
            </a:r>
          </a:p>
          <a:p>
            <a:pPr marL="0" algn="ctr">
              <a:buNone/>
            </a:pPr>
            <a:endParaRPr lang="en-US" sz="28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FontTx/>
              <a:buNone/>
            </a:pPr>
            <a:r>
              <a:rPr lang="es-ES" sz="2000" dirty="0">
                <a:solidFill>
                  <a:srgbClr val="FF99FF"/>
                </a:solidFill>
              </a:rPr>
              <a:t>					    	</a:t>
            </a:r>
            <a:r>
              <a:rPr lang="es-ES" sz="2000" dirty="0">
                <a:solidFill>
                  <a:srgbClr val="FFCC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https://www.dropbox.com/s/tiduhljpvg69ex6/%232020%20Report%20Back%20Brainstorm.Spanish.pdf?dl=0</a:t>
            </a:r>
            <a:endParaRPr lang="en-US" dirty="0">
              <a:solidFill>
                <a:srgbClr val="FFCCFF"/>
              </a:solidFill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524000" y="0"/>
            <a:ext cx="91440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>
              <a:defRPr/>
            </a:pPr>
            <a:endParaRPr lang="en-US" sz="3500" b="1" dirty="0">
              <a:ln w="11430"/>
              <a:solidFill>
                <a:srgbClr val="00FFCC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2A2FA-A2EE-4925-A544-62FD96F058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01" y="3945330"/>
            <a:ext cx="2167742" cy="216774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761EEA-308D-4FDF-BA53-D16637BD75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73" t="5555" r="14395"/>
          <a:stretch/>
        </p:blipFill>
        <p:spPr>
          <a:xfrm>
            <a:off x="10507928" y="3081514"/>
            <a:ext cx="1506071" cy="365760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4D8B0F-DFE8-4FCF-B4FE-6229ABB33873}"/>
              </a:ext>
            </a:extLst>
          </p:cNvPr>
          <p:cNvSpPr txBox="1"/>
          <p:nvPr/>
        </p:nvSpPr>
        <p:spPr>
          <a:xfrm rot="20022523">
            <a:off x="171194" y="2232984"/>
            <a:ext cx="2903369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¡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Reportajes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1D78F-87E6-4891-9846-59AA4A400B50}"/>
              </a:ext>
            </a:extLst>
          </p:cNvPr>
          <p:cNvSpPr txBox="1"/>
          <p:nvPr/>
        </p:nvSpPr>
        <p:spPr>
          <a:xfrm rot="1449969">
            <a:off x="9016754" y="1632283"/>
            <a:ext cx="2903369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¡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Reportajes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7044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Mountain Top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ountain To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untain Top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1089</Words>
  <Application>Microsoft Office PowerPoint</Application>
  <PresentationFormat>Widescreen</PresentationFormat>
  <Paragraphs>152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Times New Roman</vt:lpstr>
      <vt:lpstr>Mountain Top</vt:lpstr>
      <vt:lpstr>   </vt:lpstr>
      <vt:lpstr>Área 09: Desde 1958, VIII Congreso</vt:lpstr>
      <vt:lpstr>13 Comités de Conferencias</vt:lpstr>
      <vt:lpstr>Comunicación por sitio web </vt:lpstr>
      <vt:lpstr>Acceso a los elementos finales de la agenda</vt:lpstr>
      <vt:lpstr>Elementos de la agenda disponibles públicamente</vt:lpstr>
      <vt:lpstr>PowerPoint Presentation</vt:lpstr>
      <vt:lpstr>PowerPoint Presentation</vt:lpstr>
      <vt:lpstr>Recursos confidenciales</vt:lpstr>
      <vt:lpstr>Acceso a elementos confidenciales </vt:lpstr>
      <vt:lpstr>Acceso a información confidencial</vt:lpstr>
      <vt:lpstr>Navegación por la información básica</vt:lpstr>
      <vt:lpstr>Información de contexto</vt:lpstr>
      <vt:lpstr>Recopilación de comentarios y captura de votos</vt:lpstr>
      <vt:lpstr>Tablas de resumen</vt:lpstr>
      <vt:lpstr>Cuestionar o  no cuestionar</vt:lpstr>
      <vt:lpstr>Números de página múltiples</vt:lpstr>
      <vt:lpstr>PowerPoint Presentation</vt:lpstr>
      <vt:lpstr>PowerPoint Presentation</vt:lpstr>
      <vt:lpstr>Accediendo a Formularios de Google</vt:lpstr>
      <vt:lpstr>Formularios  de Google</vt:lpstr>
      <vt:lpstr>Completar formularios de Google</vt:lpstr>
      <vt:lpstr>Formularios de Google           </vt:lpstr>
      <vt:lpstr>PowerPoint Presentation</vt:lpstr>
      <vt:lpstr>PowerPoint Presentation</vt:lpstr>
      <vt:lpstr>PowerPoint Presentation</vt:lpstr>
      <vt:lpstr>PowerPoint Presentation</vt:lpstr>
      <vt:lpstr>Al final de 13 Comités:</vt:lpstr>
      <vt:lpstr>Cargado automáticamente a Excel</vt:lpstr>
      <vt:lpstr>Preferencias de comentarios:</vt:lpstr>
      <vt:lpstr>Conciencia de grupo informada</vt:lpstr>
      <vt:lpstr>¡La vida antes y después de la conferencia!</vt:lpstr>
      <vt:lpstr> La Conferencia Virtual Viral COVID del Panel Pandémico 70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LaRue</dc:creator>
  <cp:lastModifiedBy>Ed LaRue</cp:lastModifiedBy>
  <cp:revision>153</cp:revision>
  <dcterms:created xsi:type="dcterms:W3CDTF">2021-02-10T14:53:57Z</dcterms:created>
  <dcterms:modified xsi:type="dcterms:W3CDTF">2021-03-14T03:40:14Z</dcterms:modified>
</cp:coreProperties>
</file>